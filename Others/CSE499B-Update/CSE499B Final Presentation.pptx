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MT Pro Bold" charset="1" panose="020B0802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VAHH-5f0KRY.mp4" Type="http://schemas.openxmlformats.org/officeDocument/2006/relationships/video"/><Relationship Id="rId4" Target="../media/VAHH-5f0KRY.mp4" Type="http://schemas.microsoft.com/office/2007/relationships/media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21116" y="3276917"/>
            <a:ext cx="9645769" cy="348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CSE 499B</a:t>
            </a:r>
          </a:p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Section - 12</a:t>
            </a:r>
          </a:p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Group - 03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43424" y="3806630"/>
            <a:ext cx="14001151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Proj</a:t>
            </a:r>
            <a:r>
              <a:rPr lang="en-US" b="true" sz="6399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ect Presentation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1414" y="5246260"/>
            <a:ext cx="15025172" cy="84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1"/>
              </a:lnSpc>
              <a:spcBef>
                <a:spcPct val="0"/>
              </a:spcBef>
            </a:pP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JobCor</a:t>
            </a:r>
            <a:r>
              <a:rPr lang="en-US" b="true" sz="4365" spc="-69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e: AI Agent to Automate Your Job Hunt in Seconds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ABOUT 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17802" y="2892676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Md. Kamrul Islam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2211745642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30372" y="2892676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Farhan Ishraque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2212002042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2356" y="6223455"/>
            <a:ext cx="5176164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Atikul Islam Nahid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2211978042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0372" y="6223455"/>
            <a:ext cx="4885272" cy="1702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63"/>
              </a:lnSpc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Iram shehzad</a:t>
            </a:r>
          </a:p>
          <a:p>
            <a:pPr algn="ctr">
              <a:lnSpc>
                <a:spcPts val="6463"/>
              </a:lnSpc>
              <a:spcBef>
                <a:spcPct val="0"/>
              </a:spcBef>
            </a:pPr>
            <a:r>
              <a:rPr lang="en-US" b="true" sz="4616" spc="-7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2131614642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5397" y="1869540"/>
            <a:ext cx="3611036" cy="2181066"/>
          </a:xfrm>
          <a:custGeom>
            <a:avLst/>
            <a:gdLst/>
            <a:ahLst/>
            <a:cxnLst/>
            <a:rect r="r" b="b" t="t" l="l"/>
            <a:pathLst>
              <a:path h="2181066" w="3611036">
                <a:moveTo>
                  <a:pt x="0" y="0"/>
                </a:moveTo>
                <a:lnTo>
                  <a:pt x="3611036" y="0"/>
                </a:lnTo>
                <a:lnTo>
                  <a:pt x="3611036" y="2181066"/>
                </a:lnTo>
                <a:lnTo>
                  <a:pt x="0" y="2181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25668" y="1979372"/>
            <a:ext cx="1961402" cy="1961402"/>
          </a:xfrm>
          <a:custGeom>
            <a:avLst/>
            <a:gdLst/>
            <a:ahLst/>
            <a:cxnLst/>
            <a:rect r="r" b="b" t="t" l="l"/>
            <a:pathLst>
              <a:path h="1961402" w="1961402">
                <a:moveTo>
                  <a:pt x="0" y="0"/>
                </a:moveTo>
                <a:lnTo>
                  <a:pt x="1961402" y="0"/>
                </a:lnTo>
                <a:lnTo>
                  <a:pt x="1961402" y="1961402"/>
                </a:lnTo>
                <a:lnTo>
                  <a:pt x="0" y="1961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302425" y="1802115"/>
            <a:ext cx="2591236" cy="2315917"/>
          </a:xfrm>
          <a:custGeom>
            <a:avLst/>
            <a:gdLst/>
            <a:ahLst/>
            <a:cxnLst/>
            <a:rect r="r" b="b" t="t" l="l"/>
            <a:pathLst>
              <a:path h="2315917" w="2591236">
                <a:moveTo>
                  <a:pt x="0" y="0"/>
                </a:moveTo>
                <a:lnTo>
                  <a:pt x="2591235" y="0"/>
                </a:lnTo>
                <a:lnTo>
                  <a:pt x="2591235" y="2315917"/>
                </a:lnTo>
                <a:lnTo>
                  <a:pt x="0" y="23159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00700" y="5562600"/>
            <a:ext cx="2228381" cy="2228381"/>
          </a:xfrm>
          <a:custGeom>
            <a:avLst/>
            <a:gdLst/>
            <a:ahLst/>
            <a:cxnLst/>
            <a:rect r="r" b="b" t="t" l="l"/>
            <a:pathLst>
              <a:path h="2228381" w="2228381">
                <a:moveTo>
                  <a:pt x="0" y="0"/>
                </a:moveTo>
                <a:lnTo>
                  <a:pt x="2228382" y="0"/>
                </a:lnTo>
                <a:lnTo>
                  <a:pt x="2228382" y="2228381"/>
                </a:lnTo>
                <a:lnTo>
                  <a:pt x="0" y="2228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581392" y="5637971"/>
            <a:ext cx="2153011" cy="2153011"/>
          </a:xfrm>
          <a:custGeom>
            <a:avLst/>
            <a:gdLst/>
            <a:ahLst/>
            <a:cxnLst/>
            <a:rect r="r" b="b" t="t" l="l"/>
            <a:pathLst>
              <a:path h="2153011" w="2153011">
                <a:moveTo>
                  <a:pt x="0" y="0"/>
                </a:moveTo>
                <a:lnTo>
                  <a:pt x="2153011" y="0"/>
                </a:lnTo>
                <a:lnTo>
                  <a:pt x="2153011" y="2153010"/>
                </a:lnTo>
                <a:lnTo>
                  <a:pt x="0" y="2153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23040" y="385445"/>
            <a:ext cx="9094667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WHY THIS APPLICATIONS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330450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Multi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ple Platforms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12331" y="4330450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Tim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 Consuming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20627" y="4330450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nual Application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01294" y="8057681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</a:t>
            </a: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ersonal Feedback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29245" y="8035344"/>
            <a:ext cx="722207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Mock Interview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2391420" y="1474173"/>
            <a:ext cx="13505161" cy="7338653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OUR SOLUTION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87671" y="1737790"/>
            <a:ext cx="9840415" cy="7235600"/>
          </a:xfrm>
          <a:custGeom>
            <a:avLst/>
            <a:gdLst/>
            <a:ahLst/>
            <a:cxnLst/>
            <a:rect r="r" b="b" t="t" l="l"/>
            <a:pathLst>
              <a:path h="7235600" w="9840415">
                <a:moveTo>
                  <a:pt x="0" y="0"/>
                </a:moveTo>
                <a:lnTo>
                  <a:pt x="9840416" y="0"/>
                </a:lnTo>
                <a:lnTo>
                  <a:pt x="9840416" y="7235600"/>
                </a:lnTo>
                <a:lnTo>
                  <a:pt x="0" y="723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35129" y="385445"/>
            <a:ext cx="901774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SYSTEM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962671" y="1452880"/>
            <a:ext cx="6362658" cy="7692830"/>
          </a:xfrm>
          <a:custGeom>
            <a:avLst/>
            <a:gdLst/>
            <a:ahLst/>
            <a:cxnLst/>
            <a:rect r="r" b="b" t="t" l="l"/>
            <a:pathLst>
              <a:path h="7692830" w="6362658">
                <a:moveTo>
                  <a:pt x="0" y="0"/>
                </a:moveTo>
                <a:lnTo>
                  <a:pt x="6362658" y="0"/>
                </a:lnTo>
                <a:lnTo>
                  <a:pt x="6362658" y="7692830"/>
                </a:lnTo>
                <a:lnTo>
                  <a:pt x="0" y="7692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40" r="-265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35129" y="385445"/>
            <a:ext cx="901774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AGENT</a:t>
            </a: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8644" y="1895352"/>
            <a:ext cx="6010120" cy="3248148"/>
            <a:chOff x="0" y="0"/>
            <a:chExt cx="1582912" cy="855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2912" cy="855479"/>
            </a:xfrm>
            <a:custGeom>
              <a:avLst/>
              <a:gdLst/>
              <a:ahLst/>
              <a:cxnLst/>
              <a:rect r="r" b="b" t="t" l="l"/>
              <a:pathLst>
                <a:path h="855479" w="1582912">
                  <a:moveTo>
                    <a:pt x="65696" y="0"/>
                  </a:moveTo>
                  <a:lnTo>
                    <a:pt x="1517217" y="0"/>
                  </a:lnTo>
                  <a:cubicBezTo>
                    <a:pt x="1534640" y="0"/>
                    <a:pt x="1551350" y="6921"/>
                    <a:pt x="1563671" y="19242"/>
                  </a:cubicBezTo>
                  <a:cubicBezTo>
                    <a:pt x="1575991" y="31562"/>
                    <a:pt x="1582912" y="48272"/>
                    <a:pt x="1582912" y="65696"/>
                  </a:cubicBezTo>
                  <a:lnTo>
                    <a:pt x="1582912" y="789784"/>
                  </a:lnTo>
                  <a:cubicBezTo>
                    <a:pt x="1582912" y="807207"/>
                    <a:pt x="1575991" y="823917"/>
                    <a:pt x="1563671" y="836238"/>
                  </a:cubicBezTo>
                  <a:cubicBezTo>
                    <a:pt x="1551350" y="848558"/>
                    <a:pt x="1534640" y="855479"/>
                    <a:pt x="1517217" y="855479"/>
                  </a:cubicBezTo>
                  <a:lnTo>
                    <a:pt x="65696" y="855479"/>
                  </a:lnTo>
                  <a:cubicBezTo>
                    <a:pt x="48272" y="855479"/>
                    <a:pt x="31562" y="848558"/>
                    <a:pt x="19242" y="836238"/>
                  </a:cubicBezTo>
                  <a:cubicBezTo>
                    <a:pt x="6921" y="823917"/>
                    <a:pt x="0" y="807207"/>
                    <a:pt x="0" y="789784"/>
                  </a:cubicBezTo>
                  <a:lnTo>
                    <a:pt x="0" y="65696"/>
                  </a:lnTo>
                  <a:cubicBezTo>
                    <a:pt x="0" y="48272"/>
                    <a:pt x="6921" y="31562"/>
                    <a:pt x="19242" y="19242"/>
                  </a:cubicBezTo>
                  <a:cubicBezTo>
                    <a:pt x="31562" y="6921"/>
                    <a:pt x="48272" y="0"/>
                    <a:pt x="65696" y="0"/>
                  </a:cubicBezTo>
                  <a:close/>
                </a:path>
              </a:pathLst>
            </a:custGeom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82912" cy="893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370795" y="2547646"/>
            <a:ext cx="1700564" cy="1062853"/>
          </a:xfrm>
          <a:custGeom>
            <a:avLst/>
            <a:gdLst/>
            <a:ahLst/>
            <a:cxnLst/>
            <a:rect r="r" b="b" t="t" l="l"/>
            <a:pathLst>
              <a:path h="1062853" w="1700564">
                <a:moveTo>
                  <a:pt x="0" y="0"/>
                </a:moveTo>
                <a:lnTo>
                  <a:pt x="1700564" y="0"/>
                </a:lnTo>
                <a:lnTo>
                  <a:pt x="1700564" y="1062853"/>
                </a:lnTo>
                <a:lnTo>
                  <a:pt x="0" y="1062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736048" y="2547646"/>
            <a:ext cx="1215100" cy="1215100"/>
          </a:xfrm>
          <a:custGeom>
            <a:avLst/>
            <a:gdLst/>
            <a:ahLst/>
            <a:cxnLst/>
            <a:rect r="r" b="b" t="t" l="l"/>
            <a:pathLst>
              <a:path h="1215100" w="1215100">
                <a:moveTo>
                  <a:pt x="0" y="0"/>
                </a:moveTo>
                <a:lnTo>
                  <a:pt x="1215101" y="0"/>
                </a:lnTo>
                <a:lnTo>
                  <a:pt x="1215101" y="1215100"/>
                </a:lnTo>
                <a:lnTo>
                  <a:pt x="0" y="1215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472596" y="1701807"/>
            <a:ext cx="6010120" cy="4434246"/>
            <a:chOff x="0" y="0"/>
            <a:chExt cx="1582912" cy="11678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2912" cy="1167867"/>
            </a:xfrm>
            <a:custGeom>
              <a:avLst/>
              <a:gdLst/>
              <a:ahLst/>
              <a:cxnLst/>
              <a:rect r="r" b="b" t="t" l="l"/>
              <a:pathLst>
                <a:path h="1167867" w="1582912">
                  <a:moveTo>
                    <a:pt x="65696" y="0"/>
                  </a:moveTo>
                  <a:lnTo>
                    <a:pt x="1517217" y="0"/>
                  </a:lnTo>
                  <a:cubicBezTo>
                    <a:pt x="1534640" y="0"/>
                    <a:pt x="1551350" y="6921"/>
                    <a:pt x="1563671" y="19242"/>
                  </a:cubicBezTo>
                  <a:cubicBezTo>
                    <a:pt x="1575991" y="31562"/>
                    <a:pt x="1582912" y="48272"/>
                    <a:pt x="1582912" y="65696"/>
                  </a:cubicBezTo>
                  <a:lnTo>
                    <a:pt x="1582912" y="1102172"/>
                  </a:lnTo>
                  <a:cubicBezTo>
                    <a:pt x="1582912" y="1119595"/>
                    <a:pt x="1575991" y="1136305"/>
                    <a:pt x="1563671" y="1148626"/>
                  </a:cubicBezTo>
                  <a:cubicBezTo>
                    <a:pt x="1551350" y="1160946"/>
                    <a:pt x="1534640" y="1167867"/>
                    <a:pt x="1517217" y="1167867"/>
                  </a:cubicBezTo>
                  <a:lnTo>
                    <a:pt x="65696" y="1167867"/>
                  </a:lnTo>
                  <a:cubicBezTo>
                    <a:pt x="48272" y="1167867"/>
                    <a:pt x="31562" y="1160946"/>
                    <a:pt x="19242" y="1148626"/>
                  </a:cubicBezTo>
                  <a:cubicBezTo>
                    <a:pt x="6921" y="1136305"/>
                    <a:pt x="0" y="1119595"/>
                    <a:pt x="0" y="1102172"/>
                  </a:cubicBezTo>
                  <a:lnTo>
                    <a:pt x="0" y="65696"/>
                  </a:lnTo>
                  <a:cubicBezTo>
                    <a:pt x="0" y="48272"/>
                    <a:pt x="6921" y="31562"/>
                    <a:pt x="19242" y="19242"/>
                  </a:cubicBezTo>
                  <a:cubicBezTo>
                    <a:pt x="31562" y="6921"/>
                    <a:pt x="48272" y="0"/>
                    <a:pt x="65696" y="0"/>
                  </a:cubicBezTo>
                  <a:close/>
                </a:path>
              </a:pathLst>
            </a:custGeom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582912" cy="1205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1187371" y="2303037"/>
            <a:ext cx="1216389" cy="1216389"/>
          </a:xfrm>
          <a:custGeom>
            <a:avLst/>
            <a:gdLst/>
            <a:ahLst/>
            <a:cxnLst/>
            <a:rect r="r" b="b" t="t" l="l"/>
            <a:pathLst>
              <a:path h="1216389" w="1216389">
                <a:moveTo>
                  <a:pt x="0" y="0"/>
                </a:moveTo>
                <a:lnTo>
                  <a:pt x="1216389" y="0"/>
                </a:lnTo>
                <a:lnTo>
                  <a:pt x="1216389" y="1216389"/>
                </a:lnTo>
                <a:lnTo>
                  <a:pt x="0" y="1216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49807" y="2515486"/>
            <a:ext cx="2945081" cy="791491"/>
          </a:xfrm>
          <a:custGeom>
            <a:avLst/>
            <a:gdLst/>
            <a:ahLst/>
            <a:cxnLst/>
            <a:rect r="r" b="b" t="t" l="l"/>
            <a:pathLst>
              <a:path h="791491" w="2945081">
                <a:moveTo>
                  <a:pt x="0" y="0"/>
                </a:moveTo>
                <a:lnTo>
                  <a:pt x="2945082" y="0"/>
                </a:lnTo>
                <a:lnTo>
                  <a:pt x="2945082" y="791491"/>
                </a:lnTo>
                <a:lnTo>
                  <a:pt x="0" y="791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87371" y="3907351"/>
            <a:ext cx="4807517" cy="745165"/>
          </a:xfrm>
          <a:custGeom>
            <a:avLst/>
            <a:gdLst/>
            <a:ahLst/>
            <a:cxnLst/>
            <a:rect r="r" b="b" t="t" l="l"/>
            <a:pathLst>
              <a:path h="745165" w="4807517">
                <a:moveTo>
                  <a:pt x="0" y="0"/>
                </a:moveTo>
                <a:lnTo>
                  <a:pt x="4807518" y="0"/>
                </a:lnTo>
                <a:lnTo>
                  <a:pt x="4807518" y="745165"/>
                </a:lnTo>
                <a:lnTo>
                  <a:pt x="0" y="7451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908481" y="6526578"/>
            <a:ext cx="8829329" cy="2398371"/>
            <a:chOff x="0" y="0"/>
            <a:chExt cx="2325420" cy="631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25420" cy="631670"/>
            </a:xfrm>
            <a:custGeom>
              <a:avLst/>
              <a:gdLst/>
              <a:ahLst/>
              <a:cxnLst/>
              <a:rect r="r" b="b" t="t" l="l"/>
              <a:pathLst>
                <a:path h="631670" w="2325420">
                  <a:moveTo>
                    <a:pt x="44719" y="0"/>
                  </a:moveTo>
                  <a:lnTo>
                    <a:pt x="2280701" y="0"/>
                  </a:lnTo>
                  <a:cubicBezTo>
                    <a:pt x="2305399" y="0"/>
                    <a:pt x="2325420" y="20021"/>
                    <a:pt x="2325420" y="44719"/>
                  </a:cubicBezTo>
                  <a:lnTo>
                    <a:pt x="2325420" y="586951"/>
                  </a:lnTo>
                  <a:cubicBezTo>
                    <a:pt x="2325420" y="611648"/>
                    <a:pt x="2305399" y="631670"/>
                    <a:pt x="2280701" y="631670"/>
                  </a:cubicBezTo>
                  <a:lnTo>
                    <a:pt x="44719" y="631670"/>
                  </a:lnTo>
                  <a:cubicBezTo>
                    <a:pt x="20021" y="631670"/>
                    <a:pt x="0" y="611648"/>
                    <a:pt x="0" y="586951"/>
                  </a:cubicBezTo>
                  <a:lnTo>
                    <a:pt x="0" y="44719"/>
                  </a:lnTo>
                  <a:cubicBezTo>
                    <a:pt x="0" y="20021"/>
                    <a:pt x="20021" y="0"/>
                    <a:pt x="44719" y="0"/>
                  </a:cubicBezTo>
                  <a:close/>
                </a:path>
              </a:pathLst>
            </a:custGeom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25420" cy="669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9653407" y="6886368"/>
            <a:ext cx="2750353" cy="1192785"/>
          </a:xfrm>
          <a:custGeom>
            <a:avLst/>
            <a:gdLst/>
            <a:ahLst/>
            <a:cxnLst/>
            <a:rect r="r" b="b" t="t" l="l"/>
            <a:pathLst>
              <a:path h="1192785" w="2750353">
                <a:moveTo>
                  <a:pt x="0" y="0"/>
                </a:moveTo>
                <a:lnTo>
                  <a:pt x="2750353" y="0"/>
                </a:lnTo>
                <a:lnTo>
                  <a:pt x="2750353" y="1192785"/>
                </a:lnTo>
                <a:lnTo>
                  <a:pt x="0" y="11927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403704" y="5775163"/>
            <a:ext cx="1451597" cy="1502830"/>
          </a:xfrm>
          <a:custGeom>
            <a:avLst/>
            <a:gdLst/>
            <a:ahLst/>
            <a:cxnLst/>
            <a:rect r="r" b="b" t="t" l="l"/>
            <a:pathLst>
              <a:path h="1502830" w="1451597">
                <a:moveTo>
                  <a:pt x="0" y="0"/>
                </a:moveTo>
                <a:lnTo>
                  <a:pt x="1451597" y="0"/>
                </a:lnTo>
                <a:lnTo>
                  <a:pt x="1451597" y="1502830"/>
                </a:lnTo>
                <a:lnTo>
                  <a:pt x="0" y="1502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3744" t="-7779" r="-45246" b="-20278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064555" y="6012672"/>
            <a:ext cx="1306240" cy="1119913"/>
          </a:xfrm>
          <a:custGeom>
            <a:avLst/>
            <a:gdLst/>
            <a:ahLst/>
            <a:cxnLst/>
            <a:rect r="r" b="b" t="t" l="l"/>
            <a:pathLst>
              <a:path h="1119913" w="1306240">
                <a:moveTo>
                  <a:pt x="0" y="0"/>
                </a:moveTo>
                <a:lnTo>
                  <a:pt x="1306240" y="0"/>
                </a:lnTo>
                <a:lnTo>
                  <a:pt x="1306240" y="1119913"/>
                </a:lnTo>
                <a:lnTo>
                  <a:pt x="0" y="11199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34538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65735" y="5648325"/>
            <a:ext cx="6010120" cy="2697030"/>
            <a:chOff x="0" y="0"/>
            <a:chExt cx="1582912" cy="7103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82912" cy="710329"/>
            </a:xfrm>
            <a:custGeom>
              <a:avLst/>
              <a:gdLst/>
              <a:ahLst/>
              <a:cxnLst/>
              <a:rect r="r" b="b" t="t" l="l"/>
              <a:pathLst>
                <a:path h="710329" w="1582912">
                  <a:moveTo>
                    <a:pt x="65696" y="0"/>
                  </a:moveTo>
                  <a:lnTo>
                    <a:pt x="1517217" y="0"/>
                  </a:lnTo>
                  <a:cubicBezTo>
                    <a:pt x="1534640" y="0"/>
                    <a:pt x="1551350" y="6921"/>
                    <a:pt x="1563671" y="19242"/>
                  </a:cubicBezTo>
                  <a:cubicBezTo>
                    <a:pt x="1575991" y="31562"/>
                    <a:pt x="1582912" y="48272"/>
                    <a:pt x="1582912" y="65696"/>
                  </a:cubicBezTo>
                  <a:lnTo>
                    <a:pt x="1582912" y="644633"/>
                  </a:lnTo>
                  <a:cubicBezTo>
                    <a:pt x="1582912" y="662057"/>
                    <a:pt x="1575991" y="678767"/>
                    <a:pt x="1563671" y="691087"/>
                  </a:cubicBezTo>
                  <a:cubicBezTo>
                    <a:pt x="1551350" y="703407"/>
                    <a:pt x="1534640" y="710329"/>
                    <a:pt x="1517217" y="710329"/>
                  </a:cubicBezTo>
                  <a:lnTo>
                    <a:pt x="65696" y="710329"/>
                  </a:lnTo>
                  <a:cubicBezTo>
                    <a:pt x="48272" y="710329"/>
                    <a:pt x="31562" y="703407"/>
                    <a:pt x="19242" y="691087"/>
                  </a:cubicBezTo>
                  <a:cubicBezTo>
                    <a:pt x="6921" y="678767"/>
                    <a:pt x="0" y="662057"/>
                    <a:pt x="0" y="644633"/>
                  </a:cubicBezTo>
                  <a:lnTo>
                    <a:pt x="0" y="65696"/>
                  </a:lnTo>
                  <a:cubicBezTo>
                    <a:pt x="0" y="48272"/>
                    <a:pt x="6921" y="31562"/>
                    <a:pt x="19242" y="19242"/>
                  </a:cubicBezTo>
                  <a:cubicBezTo>
                    <a:pt x="31562" y="6921"/>
                    <a:pt x="48272" y="0"/>
                    <a:pt x="65696" y="0"/>
                  </a:cubicBezTo>
                  <a:close/>
                </a:path>
              </a:pathLst>
            </a:custGeom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582912" cy="748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2641885" y="6907826"/>
            <a:ext cx="1192785" cy="1192785"/>
          </a:xfrm>
          <a:custGeom>
            <a:avLst/>
            <a:gdLst/>
            <a:ahLst/>
            <a:cxnLst/>
            <a:rect r="r" b="b" t="t" l="l"/>
            <a:pathLst>
              <a:path h="1192785" w="1192785">
                <a:moveTo>
                  <a:pt x="0" y="0"/>
                </a:moveTo>
                <a:lnTo>
                  <a:pt x="1192785" y="0"/>
                </a:lnTo>
                <a:lnTo>
                  <a:pt x="1192785" y="1192785"/>
                </a:lnTo>
                <a:lnTo>
                  <a:pt x="0" y="1192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554021" y="6827944"/>
            <a:ext cx="1440867" cy="1440867"/>
          </a:xfrm>
          <a:custGeom>
            <a:avLst/>
            <a:gdLst/>
            <a:ahLst/>
            <a:cxnLst/>
            <a:rect r="r" b="b" t="t" l="l"/>
            <a:pathLst>
              <a:path h="1440867" w="1440867">
                <a:moveTo>
                  <a:pt x="0" y="0"/>
                </a:moveTo>
                <a:lnTo>
                  <a:pt x="1440868" y="0"/>
                </a:lnTo>
                <a:lnTo>
                  <a:pt x="1440868" y="1440867"/>
                </a:lnTo>
                <a:lnTo>
                  <a:pt x="0" y="14408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391703" y="7038069"/>
            <a:ext cx="1020617" cy="1020617"/>
          </a:xfrm>
          <a:custGeom>
            <a:avLst/>
            <a:gdLst/>
            <a:ahLst/>
            <a:cxnLst/>
            <a:rect r="r" b="b" t="t" l="l"/>
            <a:pathLst>
              <a:path h="1020617" w="1020617">
                <a:moveTo>
                  <a:pt x="0" y="0"/>
                </a:moveTo>
                <a:lnTo>
                  <a:pt x="1020618" y="0"/>
                </a:lnTo>
                <a:lnTo>
                  <a:pt x="1020618" y="1020617"/>
                </a:lnTo>
                <a:lnTo>
                  <a:pt x="0" y="10206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TECH STACK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195693" y="4269306"/>
            <a:ext cx="378164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Frontend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92811" y="5257022"/>
            <a:ext cx="378164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Backend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79973" y="7513161"/>
            <a:ext cx="378164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Database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32324" y="8116411"/>
            <a:ext cx="378164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 spc="-63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Others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72053" y="2842309"/>
            <a:ext cx="5705401" cy="2072974"/>
            <a:chOff x="0" y="0"/>
            <a:chExt cx="1502657" cy="5459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02657" cy="545969"/>
            </a:xfrm>
            <a:custGeom>
              <a:avLst/>
              <a:gdLst/>
              <a:ahLst/>
              <a:cxnLst/>
              <a:rect r="r" b="b" t="t" l="l"/>
              <a:pathLst>
                <a:path h="545969" w="1502657">
                  <a:moveTo>
                    <a:pt x="69204" y="0"/>
                  </a:moveTo>
                  <a:lnTo>
                    <a:pt x="1433453" y="0"/>
                  </a:lnTo>
                  <a:cubicBezTo>
                    <a:pt x="1451807" y="0"/>
                    <a:pt x="1469409" y="7291"/>
                    <a:pt x="1482387" y="20269"/>
                  </a:cubicBezTo>
                  <a:cubicBezTo>
                    <a:pt x="1495366" y="33248"/>
                    <a:pt x="1502657" y="50850"/>
                    <a:pt x="1502657" y="69204"/>
                  </a:cubicBezTo>
                  <a:lnTo>
                    <a:pt x="1502657" y="476764"/>
                  </a:lnTo>
                  <a:cubicBezTo>
                    <a:pt x="1502657" y="495118"/>
                    <a:pt x="1495366" y="512721"/>
                    <a:pt x="1482387" y="525699"/>
                  </a:cubicBezTo>
                  <a:cubicBezTo>
                    <a:pt x="1469409" y="538677"/>
                    <a:pt x="1451807" y="545969"/>
                    <a:pt x="1433453" y="545969"/>
                  </a:cubicBezTo>
                  <a:lnTo>
                    <a:pt x="69204" y="545969"/>
                  </a:lnTo>
                  <a:cubicBezTo>
                    <a:pt x="50850" y="545969"/>
                    <a:pt x="33248" y="538677"/>
                    <a:pt x="20269" y="525699"/>
                  </a:cubicBezTo>
                  <a:cubicBezTo>
                    <a:pt x="7291" y="512721"/>
                    <a:pt x="0" y="495118"/>
                    <a:pt x="0" y="476764"/>
                  </a:cubicBezTo>
                  <a:lnTo>
                    <a:pt x="0" y="69204"/>
                  </a:lnTo>
                  <a:cubicBezTo>
                    <a:pt x="0" y="50850"/>
                    <a:pt x="7291" y="33248"/>
                    <a:pt x="20269" y="20269"/>
                  </a:cubicBezTo>
                  <a:cubicBezTo>
                    <a:pt x="33248" y="7291"/>
                    <a:pt x="50850" y="0"/>
                    <a:pt x="69204" y="0"/>
                  </a:cubicBezTo>
                  <a:close/>
                </a:path>
              </a:pathLst>
            </a:custGeom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1502657" cy="69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Fix the bugs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810344" y="385445"/>
            <a:ext cx="8667313" cy="1067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38B6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FUTURE PLAN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66510" y="5787778"/>
            <a:ext cx="7021886" cy="2072974"/>
            <a:chOff x="0" y="0"/>
            <a:chExt cx="1849386" cy="54596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49386" cy="545969"/>
            </a:xfrm>
            <a:custGeom>
              <a:avLst/>
              <a:gdLst/>
              <a:ahLst/>
              <a:cxnLst/>
              <a:rect r="r" b="b" t="t" l="l"/>
              <a:pathLst>
                <a:path h="545969" w="1849386">
                  <a:moveTo>
                    <a:pt x="56230" y="0"/>
                  </a:moveTo>
                  <a:lnTo>
                    <a:pt x="1793156" y="0"/>
                  </a:lnTo>
                  <a:cubicBezTo>
                    <a:pt x="1824211" y="0"/>
                    <a:pt x="1849386" y="25175"/>
                    <a:pt x="1849386" y="56230"/>
                  </a:cubicBezTo>
                  <a:lnTo>
                    <a:pt x="1849386" y="489739"/>
                  </a:lnTo>
                  <a:cubicBezTo>
                    <a:pt x="1849386" y="504652"/>
                    <a:pt x="1843462" y="518954"/>
                    <a:pt x="1832916" y="529499"/>
                  </a:cubicBezTo>
                  <a:cubicBezTo>
                    <a:pt x="1822371" y="540044"/>
                    <a:pt x="1808069" y="545969"/>
                    <a:pt x="1793156" y="545969"/>
                  </a:cubicBezTo>
                  <a:lnTo>
                    <a:pt x="56230" y="545969"/>
                  </a:lnTo>
                  <a:cubicBezTo>
                    <a:pt x="41317" y="545969"/>
                    <a:pt x="27014" y="540044"/>
                    <a:pt x="16469" y="529499"/>
                  </a:cubicBezTo>
                  <a:cubicBezTo>
                    <a:pt x="5924" y="518954"/>
                    <a:pt x="0" y="504652"/>
                    <a:pt x="0" y="489739"/>
                  </a:cubicBezTo>
                  <a:lnTo>
                    <a:pt x="0" y="56230"/>
                  </a:lnTo>
                  <a:cubicBezTo>
                    <a:pt x="0" y="41317"/>
                    <a:pt x="5924" y="27014"/>
                    <a:pt x="16469" y="16469"/>
                  </a:cubicBezTo>
                  <a:cubicBezTo>
                    <a:pt x="27014" y="5924"/>
                    <a:pt x="41317" y="0"/>
                    <a:pt x="56230" y="0"/>
                  </a:cubicBezTo>
                  <a:close/>
                </a:path>
              </a:pathLst>
            </a:custGeom>
            <a:ln w="95250" cap="rnd">
              <a:solidFill>
                <a:srgbClr val="38B6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52400"/>
              <a:ext cx="1849386" cy="698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599"/>
                </a:lnSpc>
              </a:pPr>
              <a:r>
                <a:rPr lang="en-US" b="true" sz="3999">
                  <a:solidFill>
                    <a:srgbClr val="FFFFFF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Launch the Beta Version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243840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4384000" cy="1371600"/>
              <a:chOff x="0" y="0"/>
              <a:chExt cx="4816593" cy="2709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816592" cy="270933"/>
              </a:xfrm>
              <a:custGeom>
                <a:avLst/>
                <a:gdLst/>
                <a:ahLst/>
                <a:cxnLst/>
                <a:rect r="r" b="b" t="t" l="l"/>
                <a:pathLst>
                  <a:path h="270933" w="4816592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70933"/>
                    </a:lnTo>
                    <a:lnTo>
                      <a:pt x="0" y="270933"/>
                    </a:ln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4816593" cy="309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3577" y="189442"/>
              <a:ext cx="3081751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Group - 03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585175" y="189442"/>
              <a:ext cx="19324710" cy="849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b="true" sz="3500" spc="-56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Md. Kamrul Islam | Farhan Ishraque | Iram shehzad | Atikul Islam Nahid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13702" y="1613202"/>
            <a:ext cx="7060596" cy="7060596"/>
          </a:xfrm>
          <a:custGeom>
            <a:avLst/>
            <a:gdLst/>
            <a:ahLst/>
            <a:cxnLst/>
            <a:rect r="r" b="b" t="t" l="l"/>
            <a:pathLst>
              <a:path h="7060596" w="7060596">
                <a:moveTo>
                  <a:pt x="0" y="0"/>
                </a:moveTo>
                <a:lnTo>
                  <a:pt x="7060596" y="0"/>
                </a:lnTo>
                <a:lnTo>
                  <a:pt x="7060596" y="7060596"/>
                </a:lnTo>
                <a:lnTo>
                  <a:pt x="0" y="70605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0" cap="sq">
            <a:solidFill>
              <a:srgbClr val="FFFFFF"/>
            </a:solidFill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DAHHsb76rus</dc:identifier>
  <dcterms:modified xsi:type="dcterms:W3CDTF">2011-08-01T06:04:30Z</dcterms:modified>
  <cp:revision>1</cp:revision>
  <dc:title>CSE499B Final Presentation</dc:title>
</cp:coreProperties>
</file>