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 MT Pro Bold" charset="1" panose="020B0802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21116" y="3276917"/>
            <a:ext cx="9645769" cy="348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CSE 499B</a:t>
            </a:r>
          </a:p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Section - 12</a:t>
            </a:r>
          </a:p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Group - 03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3424" y="4410392"/>
            <a:ext cx="1400115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Li</a:t>
            </a: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terature 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ABOUT 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17802" y="2892676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Md. Kamrul Islam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2211745642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30372" y="2892676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Farhan Ishraque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2212002042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2356" y="6223455"/>
            <a:ext cx="5176164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Atikul Islam Nahid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2211978042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0372" y="6223455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Iram shehzad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2131614642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</a:t>
            </a: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 WE HAVE DONE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039223" y="1902785"/>
            <a:ext cx="11220077" cy="6481431"/>
          </a:xfrm>
          <a:custGeom>
            <a:avLst/>
            <a:gdLst/>
            <a:ahLst/>
            <a:cxnLst/>
            <a:rect r="r" b="b" t="t" l="l"/>
            <a:pathLst>
              <a:path h="6481431" w="11220077">
                <a:moveTo>
                  <a:pt x="0" y="0"/>
                </a:moveTo>
                <a:lnTo>
                  <a:pt x="11220077" y="0"/>
                </a:lnTo>
                <a:lnTo>
                  <a:pt x="11220077" y="6481430"/>
                </a:lnTo>
                <a:lnTo>
                  <a:pt x="0" y="6481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227143" y="4337050"/>
            <a:ext cx="7222073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AI Mock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39423" y="385445"/>
            <a:ext cx="14009155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EVOLUTION OF MOCK INTERVIEW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68687"/>
            <a:ext cx="1623060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Basic question generation using text generation models.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939347"/>
            <a:ext cx="1623060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Effective candidate selection according to the job position.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11462"/>
            <a:ext cx="15830292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Uses Vosk for offline transcription and local storage.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96519" y="385445"/>
            <a:ext cx="1649496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WE ADDRESS GAPS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671695"/>
            <a:ext cx="16240125" cy="78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b="true" sz="4100" spc="-6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Weakness-Driven Dynamic Difficulty Adjustment Framework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23040" y="385445"/>
            <a:ext cx="9094667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WE READ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3373" y="3730108"/>
            <a:ext cx="16404227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Virtual Interviewers, Real Results: Exploring AI-Driven Mock Technical Interv</a:t>
            </a: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iews on Student Readiness and Confidence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5073" y="5655865"/>
            <a:ext cx="16600827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</a:t>
            </a: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ockLLM: A Multi-Agent Behavior Collaboration Framework for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Online Job Seeking and Recruiting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5073" y="7581623"/>
            <a:ext cx="16600827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AI-Based Interview Coac</a:t>
            </a: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h: A Privacy-Preserving Offline System for Student Interview Preparation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0186" y="1804350"/>
            <a:ext cx="1623060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Towards Smarter Hirin</a:t>
            </a: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g: Are Zero-Shot and Few-Shot Pre-trained LLMs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b="true" sz="3600" spc="-5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Ready for HR Spoken Interview Transcript Analysis?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DAHC6S4B_0o</dc:identifier>
  <dcterms:modified xsi:type="dcterms:W3CDTF">2011-08-01T06:04:30Z</dcterms:modified>
  <cp:revision>1</cp:revision>
  <dc:title>CSE499B Literature review</dc:title>
</cp:coreProperties>
</file>