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Arial MT Pro Bold" charset="1" panose="020B0802020202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png" Type="http://schemas.openxmlformats.org/officeDocument/2006/relationships/image"/><Relationship Id="rId12" Target="../media/image24.png" Type="http://schemas.openxmlformats.org/officeDocument/2006/relationships/image"/><Relationship Id="rId13" Target="../media/image25.svg" Type="http://schemas.openxmlformats.org/officeDocument/2006/relationships/image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21116" y="3276917"/>
            <a:ext cx="9645769" cy="3485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38B6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CSE 499A</a:t>
            </a:r>
          </a:p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38B6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Section - 15</a:t>
            </a:r>
          </a:p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38B6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Group - 03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9258300"/>
            <a:ext cx="18288000" cy="1028700"/>
            <a:chOff x="0" y="0"/>
            <a:chExt cx="24384000" cy="13716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4384000" cy="1371600"/>
              <a:chOff x="0" y="0"/>
              <a:chExt cx="4816593" cy="270933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816592" cy="270933"/>
              </a:xfrm>
              <a:custGeom>
                <a:avLst/>
                <a:gdLst/>
                <a:ahLst/>
                <a:cxnLst/>
                <a:rect r="r" b="b" t="t" l="l"/>
                <a:pathLst>
                  <a:path h="270933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solidFill>
                <a:srgbClr val="38B6F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4816593" cy="309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263577" y="189442"/>
              <a:ext cx="3081751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Group - 03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4585175" y="189442"/>
              <a:ext cx="19324710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Md. Kamrul Islam | Farhan Ishraque | Iram shehzad | Atikul Islam Nahid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43424" y="3806630"/>
            <a:ext cx="14001151" cy="121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38B6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Proj</a:t>
            </a:r>
            <a:r>
              <a:rPr lang="en-US" b="true" sz="6399">
                <a:solidFill>
                  <a:srgbClr val="38B6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ect Presentation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31414" y="5246260"/>
            <a:ext cx="15025172" cy="844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11"/>
              </a:lnSpc>
              <a:spcBef>
                <a:spcPct val="0"/>
              </a:spcBef>
            </a:pPr>
            <a:r>
              <a:rPr lang="en-US" b="true" sz="4365" spc="-69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JobCor</a:t>
            </a:r>
            <a:r>
              <a:rPr lang="en-US" b="true" sz="4365" spc="-69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e: AI Agent to Automate Your Job Hunt in Seconds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9258300"/>
            <a:ext cx="18288000" cy="1028700"/>
            <a:chOff x="0" y="0"/>
            <a:chExt cx="24384000" cy="13716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24384000" cy="1371600"/>
              <a:chOff x="0" y="0"/>
              <a:chExt cx="4816593" cy="270933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816592" cy="270933"/>
              </a:xfrm>
              <a:custGeom>
                <a:avLst/>
                <a:gdLst/>
                <a:ahLst/>
                <a:cxnLst/>
                <a:rect r="r" b="b" t="t" l="l"/>
                <a:pathLst>
                  <a:path h="270933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solidFill>
                <a:srgbClr val="38B6FF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816593" cy="309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263577" y="189442"/>
              <a:ext cx="3081751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Group - 03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4585175" y="189442"/>
              <a:ext cx="19324710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Md. Kamrul Islam | Farhan Ishraque | Iram shehzad | Atikul Islam Nahid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10344" y="385445"/>
            <a:ext cx="8667313" cy="106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38B6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ABOUT US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317802" y="2892676"/>
            <a:ext cx="4885272" cy="170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63"/>
              </a:lnSpc>
            </a:pPr>
            <a:r>
              <a:rPr lang="en-US" b="true" sz="4616" spc="-7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Md. Kamrul Islam</a:t>
            </a:r>
          </a:p>
          <a:p>
            <a:pPr algn="ctr">
              <a:lnSpc>
                <a:spcPts val="6463"/>
              </a:lnSpc>
              <a:spcBef>
                <a:spcPct val="0"/>
              </a:spcBef>
            </a:pPr>
            <a:r>
              <a:rPr lang="en-US" b="true" sz="4616" spc="-7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2211745642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230372" y="2892676"/>
            <a:ext cx="4885272" cy="170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63"/>
              </a:lnSpc>
            </a:pPr>
            <a:r>
              <a:rPr lang="en-US" b="true" sz="4616" spc="-7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Farhan Ishraque</a:t>
            </a:r>
          </a:p>
          <a:p>
            <a:pPr algn="ctr">
              <a:lnSpc>
                <a:spcPts val="6463"/>
              </a:lnSpc>
              <a:spcBef>
                <a:spcPct val="0"/>
              </a:spcBef>
            </a:pPr>
            <a:r>
              <a:rPr lang="en-US" b="true" sz="4616" spc="-7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2212002042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72356" y="6223455"/>
            <a:ext cx="5176164" cy="170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63"/>
              </a:lnSpc>
            </a:pPr>
            <a:r>
              <a:rPr lang="en-US" b="true" sz="4616" spc="-7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Atikul Islam Nahid</a:t>
            </a:r>
          </a:p>
          <a:p>
            <a:pPr algn="ctr">
              <a:lnSpc>
                <a:spcPts val="6463"/>
              </a:lnSpc>
              <a:spcBef>
                <a:spcPct val="0"/>
              </a:spcBef>
            </a:pPr>
            <a:r>
              <a:rPr lang="en-US" b="true" sz="4616" spc="-7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2211978042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230372" y="6223455"/>
            <a:ext cx="4885272" cy="170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63"/>
              </a:lnSpc>
            </a:pPr>
            <a:r>
              <a:rPr lang="en-US" b="true" sz="4616" spc="-7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Iram shehzad</a:t>
            </a:r>
          </a:p>
          <a:p>
            <a:pPr algn="ctr">
              <a:lnSpc>
                <a:spcPts val="6463"/>
              </a:lnSpc>
              <a:spcBef>
                <a:spcPct val="0"/>
              </a:spcBef>
            </a:pPr>
            <a:r>
              <a:rPr lang="en-US" b="true" sz="4616" spc="-7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2131614642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0" y="9258300"/>
            <a:ext cx="18288000" cy="1028700"/>
            <a:chOff x="0" y="0"/>
            <a:chExt cx="24384000" cy="13716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4384000" cy="1371600"/>
              <a:chOff x="0" y="0"/>
              <a:chExt cx="4816593" cy="270933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816592" cy="270933"/>
              </a:xfrm>
              <a:custGeom>
                <a:avLst/>
                <a:gdLst/>
                <a:ahLst/>
                <a:cxnLst/>
                <a:rect r="r" b="b" t="t" l="l"/>
                <a:pathLst>
                  <a:path h="270933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solidFill>
                <a:srgbClr val="38B6FF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816593" cy="309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263577" y="189442"/>
              <a:ext cx="3081751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Group - 03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4585175" y="189442"/>
              <a:ext cx="19324710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Md. Kamrul Islam | Farhan Ishraque | Iram shehzad | Atikul Islam Nahid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24384000" cy="13716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4384000" cy="1371600"/>
              <a:chOff x="0" y="0"/>
              <a:chExt cx="4816593" cy="2709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816592" cy="270933"/>
              </a:xfrm>
              <a:custGeom>
                <a:avLst/>
                <a:gdLst/>
                <a:ahLst/>
                <a:cxnLst/>
                <a:rect r="r" b="b" t="t" l="l"/>
                <a:pathLst>
                  <a:path h="270933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solidFill>
                <a:srgbClr val="38B6F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816593" cy="309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263577" y="189442"/>
              <a:ext cx="3081751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Group - 03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4585175" y="189442"/>
              <a:ext cx="19324710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Md. Kamrul Islam | Farhan Ishraque | Iram shehzad | Atikul Islam Nahid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45397" y="1869540"/>
            <a:ext cx="3611036" cy="2181066"/>
          </a:xfrm>
          <a:custGeom>
            <a:avLst/>
            <a:gdLst/>
            <a:ahLst/>
            <a:cxnLst/>
            <a:rect r="r" b="b" t="t" l="l"/>
            <a:pathLst>
              <a:path h="2181066" w="3611036">
                <a:moveTo>
                  <a:pt x="0" y="0"/>
                </a:moveTo>
                <a:lnTo>
                  <a:pt x="3611036" y="0"/>
                </a:lnTo>
                <a:lnTo>
                  <a:pt x="3611036" y="2181066"/>
                </a:lnTo>
                <a:lnTo>
                  <a:pt x="0" y="21810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225668" y="1979372"/>
            <a:ext cx="1961402" cy="1961402"/>
          </a:xfrm>
          <a:custGeom>
            <a:avLst/>
            <a:gdLst/>
            <a:ahLst/>
            <a:cxnLst/>
            <a:rect r="r" b="b" t="t" l="l"/>
            <a:pathLst>
              <a:path h="1961402" w="1961402">
                <a:moveTo>
                  <a:pt x="0" y="0"/>
                </a:moveTo>
                <a:lnTo>
                  <a:pt x="1961402" y="0"/>
                </a:lnTo>
                <a:lnTo>
                  <a:pt x="1961402" y="1961402"/>
                </a:lnTo>
                <a:lnTo>
                  <a:pt x="0" y="19614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302425" y="1802115"/>
            <a:ext cx="2591236" cy="2315917"/>
          </a:xfrm>
          <a:custGeom>
            <a:avLst/>
            <a:gdLst/>
            <a:ahLst/>
            <a:cxnLst/>
            <a:rect r="r" b="b" t="t" l="l"/>
            <a:pathLst>
              <a:path h="2315917" w="2591236">
                <a:moveTo>
                  <a:pt x="0" y="0"/>
                </a:moveTo>
                <a:lnTo>
                  <a:pt x="2591235" y="0"/>
                </a:lnTo>
                <a:lnTo>
                  <a:pt x="2591235" y="2315917"/>
                </a:lnTo>
                <a:lnTo>
                  <a:pt x="0" y="23159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000700" y="5562600"/>
            <a:ext cx="2228381" cy="2228381"/>
          </a:xfrm>
          <a:custGeom>
            <a:avLst/>
            <a:gdLst/>
            <a:ahLst/>
            <a:cxnLst/>
            <a:rect r="r" b="b" t="t" l="l"/>
            <a:pathLst>
              <a:path h="2228381" w="2228381">
                <a:moveTo>
                  <a:pt x="0" y="0"/>
                </a:moveTo>
                <a:lnTo>
                  <a:pt x="2228382" y="0"/>
                </a:lnTo>
                <a:lnTo>
                  <a:pt x="2228382" y="2228381"/>
                </a:lnTo>
                <a:lnTo>
                  <a:pt x="0" y="22283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581392" y="5637971"/>
            <a:ext cx="2153011" cy="2153011"/>
          </a:xfrm>
          <a:custGeom>
            <a:avLst/>
            <a:gdLst/>
            <a:ahLst/>
            <a:cxnLst/>
            <a:rect r="r" b="b" t="t" l="l"/>
            <a:pathLst>
              <a:path h="2153011" w="2153011">
                <a:moveTo>
                  <a:pt x="0" y="0"/>
                </a:moveTo>
                <a:lnTo>
                  <a:pt x="2153011" y="0"/>
                </a:lnTo>
                <a:lnTo>
                  <a:pt x="2153011" y="2153010"/>
                </a:lnTo>
                <a:lnTo>
                  <a:pt x="0" y="21530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423040" y="385445"/>
            <a:ext cx="9094667" cy="106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38B6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WHY THIS APPLICATIONS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4330450"/>
            <a:ext cx="7222073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 spc="-6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Multi</a:t>
            </a:r>
            <a:r>
              <a:rPr lang="en-US" b="true" sz="3999" spc="-6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ple Platforms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12331" y="4330450"/>
            <a:ext cx="7222073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 spc="-6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Tim</a:t>
            </a:r>
            <a:r>
              <a:rPr lang="en-US" b="true" sz="3999" spc="-6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 Consuming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520627" y="4330450"/>
            <a:ext cx="7222073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 spc="-6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Ma</a:t>
            </a:r>
            <a:r>
              <a:rPr lang="en-US" b="true" sz="3999" spc="-6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nual Application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901294" y="8057681"/>
            <a:ext cx="7222073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 spc="-6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</a:t>
            </a:r>
            <a:r>
              <a:rPr lang="en-US" b="true" sz="3999" spc="-6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ersonal Feedback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329245" y="8035344"/>
            <a:ext cx="7222073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 spc="-6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Mock Interview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24384000" cy="13716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4384000" cy="1371600"/>
              <a:chOff x="0" y="0"/>
              <a:chExt cx="4816593" cy="2709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816592" cy="270933"/>
              </a:xfrm>
              <a:custGeom>
                <a:avLst/>
                <a:gdLst/>
                <a:ahLst/>
                <a:cxnLst/>
                <a:rect r="r" b="b" t="t" l="l"/>
                <a:pathLst>
                  <a:path h="270933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solidFill>
                <a:srgbClr val="38B6F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816593" cy="309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263577" y="189442"/>
              <a:ext cx="3081751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Group - 03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4585175" y="189442"/>
              <a:ext cx="19324710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Md. Kamrul Islam | Farhan Ishraque | Iram shehzad | Atikul Islam Nahid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630177" y="2365545"/>
            <a:ext cx="3982008" cy="5239012"/>
          </a:xfrm>
          <a:custGeom>
            <a:avLst/>
            <a:gdLst/>
            <a:ahLst/>
            <a:cxnLst/>
            <a:rect r="r" b="b" t="t" l="l"/>
            <a:pathLst>
              <a:path h="5239012" w="3982008">
                <a:moveTo>
                  <a:pt x="0" y="0"/>
                </a:moveTo>
                <a:lnTo>
                  <a:pt x="3982009" y="0"/>
                </a:lnTo>
                <a:lnTo>
                  <a:pt x="3982009" y="5239013"/>
                </a:lnTo>
                <a:lnTo>
                  <a:pt x="0" y="52390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6369" t="0" r="-61452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834665" y="2343886"/>
            <a:ext cx="3982008" cy="5239012"/>
          </a:xfrm>
          <a:custGeom>
            <a:avLst/>
            <a:gdLst/>
            <a:ahLst/>
            <a:cxnLst/>
            <a:rect r="r" b="b" t="t" l="l"/>
            <a:pathLst>
              <a:path h="5239012" w="3982008">
                <a:moveTo>
                  <a:pt x="0" y="0"/>
                </a:moveTo>
                <a:lnTo>
                  <a:pt x="3982008" y="0"/>
                </a:lnTo>
                <a:lnTo>
                  <a:pt x="3982008" y="5239012"/>
                </a:lnTo>
                <a:lnTo>
                  <a:pt x="0" y="52390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609" r="0" b="-1609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042907" y="2343886"/>
            <a:ext cx="3982008" cy="5239012"/>
          </a:xfrm>
          <a:custGeom>
            <a:avLst/>
            <a:gdLst/>
            <a:ahLst/>
            <a:cxnLst/>
            <a:rect r="r" b="b" t="t" l="l"/>
            <a:pathLst>
              <a:path h="5239012" w="3982008">
                <a:moveTo>
                  <a:pt x="0" y="0"/>
                </a:moveTo>
                <a:lnTo>
                  <a:pt x="3982008" y="0"/>
                </a:lnTo>
                <a:lnTo>
                  <a:pt x="3982008" y="5239012"/>
                </a:lnTo>
                <a:lnTo>
                  <a:pt x="0" y="52390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391" t="0" r="-13391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175747" y="7702983"/>
            <a:ext cx="4923075" cy="146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599"/>
              </a:lnSpc>
            </a:pPr>
            <a:r>
              <a:rPr lang="en-US" b="true" sz="3999" spc="-6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Search the targeted </a:t>
            </a:r>
          </a:p>
          <a:p>
            <a:pPr algn="r">
              <a:lnSpc>
                <a:spcPts val="5599"/>
              </a:lnSpc>
              <a:spcBef>
                <a:spcPct val="0"/>
              </a:spcBef>
            </a:pPr>
            <a:r>
              <a:rPr lang="en-US" b="true" sz="3999" spc="-6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job more faster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810344" y="385445"/>
            <a:ext cx="8667313" cy="106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38B6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OUR SOLUTION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-1197157" y="7753783"/>
            <a:ext cx="7222073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599"/>
              </a:lnSpc>
              <a:spcBef>
                <a:spcPct val="0"/>
              </a:spcBef>
            </a:pPr>
            <a:r>
              <a:rPr lang="en-US" b="true" sz="3999" spc="-6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Res</a:t>
            </a:r>
            <a:r>
              <a:rPr lang="en-US" b="true" sz="3999" spc="-6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ume optimization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90113" y="7753783"/>
            <a:ext cx="7222073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599"/>
              </a:lnSpc>
              <a:spcBef>
                <a:spcPct val="0"/>
              </a:spcBef>
            </a:pPr>
            <a:r>
              <a:rPr lang="en-US" b="true" sz="3999" spc="-6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Mock interview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24384000" cy="13716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4384000" cy="1371600"/>
              <a:chOff x="0" y="0"/>
              <a:chExt cx="4816593" cy="2709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816592" cy="270933"/>
              </a:xfrm>
              <a:custGeom>
                <a:avLst/>
                <a:gdLst/>
                <a:ahLst/>
                <a:cxnLst/>
                <a:rect r="r" b="b" t="t" l="l"/>
                <a:pathLst>
                  <a:path h="270933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solidFill>
                <a:srgbClr val="38B6F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816593" cy="309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263577" y="189442"/>
              <a:ext cx="3081751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Group - 03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4585175" y="189442"/>
              <a:ext cx="19324710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Md. Kamrul Islam | Farhan Ishraque | Iram shehzad | Atikul Islam Nahid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73783" y="3497213"/>
            <a:ext cx="15540435" cy="3716754"/>
          </a:xfrm>
          <a:custGeom>
            <a:avLst/>
            <a:gdLst/>
            <a:ahLst/>
            <a:cxnLst/>
            <a:rect r="r" b="b" t="t" l="l"/>
            <a:pathLst>
              <a:path h="3716754" w="15540435">
                <a:moveTo>
                  <a:pt x="0" y="0"/>
                </a:moveTo>
                <a:lnTo>
                  <a:pt x="15540434" y="0"/>
                </a:lnTo>
                <a:lnTo>
                  <a:pt x="15540434" y="3716754"/>
                </a:lnTo>
                <a:lnTo>
                  <a:pt x="0" y="37167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810344" y="385445"/>
            <a:ext cx="8667313" cy="106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38B6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SYSTEM OVERVIEW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24384000" cy="13716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4384000" cy="1371600"/>
              <a:chOff x="0" y="0"/>
              <a:chExt cx="4816593" cy="2709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816592" cy="270933"/>
              </a:xfrm>
              <a:custGeom>
                <a:avLst/>
                <a:gdLst/>
                <a:ahLst/>
                <a:cxnLst/>
                <a:rect r="r" b="b" t="t" l="l"/>
                <a:pathLst>
                  <a:path h="270933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solidFill>
                <a:srgbClr val="38B6F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816593" cy="309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263577" y="189442"/>
              <a:ext cx="3081751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Group - 03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4585175" y="189442"/>
              <a:ext cx="19324710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Md. Kamrul Islam | Farhan Ishraque | Iram shehzad | Atikul Islam Nahid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2762128"/>
            <a:ext cx="8105981" cy="3708486"/>
          </a:xfrm>
          <a:custGeom>
            <a:avLst/>
            <a:gdLst/>
            <a:ahLst/>
            <a:cxnLst/>
            <a:rect r="r" b="b" t="t" l="l"/>
            <a:pathLst>
              <a:path h="3708486" w="8105981">
                <a:moveTo>
                  <a:pt x="0" y="0"/>
                </a:moveTo>
                <a:lnTo>
                  <a:pt x="8105981" y="0"/>
                </a:lnTo>
                <a:lnTo>
                  <a:pt x="8105981" y="3708486"/>
                </a:lnTo>
                <a:lnTo>
                  <a:pt x="0" y="37084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400" r="0" b="-1140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4810344" y="385445"/>
            <a:ext cx="8667313" cy="106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38B6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SYSTEM INSHORT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9713492" y="2762128"/>
            <a:ext cx="8105981" cy="3708486"/>
          </a:xfrm>
          <a:custGeom>
            <a:avLst/>
            <a:gdLst/>
            <a:ahLst/>
            <a:cxnLst/>
            <a:rect r="r" b="b" t="t" l="l"/>
            <a:pathLst>
              <a:path h="3708486" w="8105981">
                <a:moveTo>
                  <a:pt x="0" y="0"/>
                </a:moveTo>
                <a:lnTo>
                  <a:pt x="8105981" y="0"/>
                </a:lnTo>
                <a:lnTo>
                  <a:pt x="8105981" y="3708486"/>
                </a:lnTo>
                <a:lnTo>
                  <a:pt x="0" y="37084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400" r="0" b="-1140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1199307" y="7070275"/>
            <a:ext cx="7222073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6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Sign Up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15609" y="7070275"/>
            <a:ext cx="7222073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6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Log In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24384000" cy="13716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4384000" cy="1371600"/>
              <a:chOff x="0" y="0"/>
              <a:chExt cx="4816593" cy="2709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816592" cy="270933"/>
              </a:xfrm>
              <a:custGeom>
                <a:avLst/>
                <a:gdLst/>
                <a:ahLst/>
                <a:cxnLst/>
                <a:rect r="r" b="b" t="t" l="l"/>
                <a:pathLst>
                  <a:path h="270933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solidFill>
                <a:srgbClr val="38B6F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816593" cy="309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263577" y="189442"/>
              <a:ext cx="3081751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Group - 03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4585175" y="189442"/>
              <a:ext cx="19324710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Md. Kamrul Islam | Farhan Ishraque | Iram shehzad | Atikul Islam Nahid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810344" y="385445"/>
            <a:ext cx="8667313" cy="106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38B6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SYSTEM INSHORT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371675" y="2352302"/>
            <a:ext cx="8105981" cy="4745683"/>
          </a:xfrm>
          <a:custGeom>
            <a:avLst/>
            <a:gdLst/>
            <a:ahLst/>
            <a:cxnLst/>
            <a:rect r="r" b="b" t="t" l="l"/>
            <a:pathLst>
              <a:path h="4745683" w="8105981">
                <a:moveTo>
                  <a:pt x="0" y="0"/>
                </a:moveTo>
                <a:lnTo>
                  <a:pt x="8105981" y="0"/>
                </a:lnTo>
                <a:lnTo>
                  <a:pt x="8105981" y="4745683"/>
                </a:lnTo>
                <a:lnTo>
                  <a:pt x="0" y="47456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0" id="10"/>
          <p:cNvSpPr txBox="true"/>
          <p:nvPr/>
        </p:nvSpPr>
        <p:spPr>
          <a:xfrm rot="0">
            <a:off x="6073792" y="7179048"/>
            <a:ext cx="7222073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6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Dashboard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24384000" cy="13716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4384000" cy="1371600"/>
              <a:chOff x="0" y="0"/>
              <a:chExt cx="4816593" cy="2709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816592" cy="270933"/>
              </a:xfrm>
              <a:custGeom>
                <a:avLst/>
                <a:gdLst/>
                <a:ahLst/>
                <a:cxnLst/>
                <a:rect r="r" b="b" t="t" l="l"/>
                <a:pathLst>
                  <a:path h="270933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solidFill>
                <a:srgbClr val="38B6F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816593" cy="309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263577" y="189442"/>
              <a:ext cx="3081751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Group - 03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4585175" y="189442"/>
              <a:ext cx="19324710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Md. Kamrul Islam | Farhan Ishraque | Iram shehzad | Atikul Islam Nahid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796761" y="1726242"/>
            <a:ext cx="5347239" cy="7258696"/>
          </a:xfrm>
          <a:custGeom>
            <a:avLst/>
            <a:gdLst/>
            <a:ahLst/>
            <a:cxnLst/>
            <a:rect r="r" b="b" t="t" l="l"/>
            <a:pathLst>
              <a:path h="7258696" w="5347239">
                <a:moveTo>
                  <a:pt x="0" y="0"/>
                </a:moveTo>
                <a:lnTo>
                  <a:pt x="5347239" y="0"/>
                </a:lnTo>
                <a:lnTo>
                  <a:pt x="5347239" y="7258696"/>
                </a:lnTo>
                <a:lnTo>
                  <a:pt x="0" y="72586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4810344" y="385445"/>
            <a:ext cx="8667313" cy="106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38B6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SYSTEM INSHORT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4689475"/>
            <a:ext cx="7222073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6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AI Job Search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24384000" cy="13716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4384000" cy="1371600"/>
              <a:chOff x="0" y="0"/>
              <a:chExt cx="4816593" cy="2709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816592" cy="270933"/>
              </a:xfrm>
              <a:custGeom>
                <a:avLst/>
                <a:gdLst/>
                <a:ahLst/>
                <a:cxnLst/>
                <a:rect r="r" b="b" t="t" l="l"/>
                <a:pathLst>
                  <a:path h="270933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solidFill>
                <a:srgbClr val="38B6F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816593" cy="309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263577" y="189442"/>
              <a:ext cx="3081751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Group - 03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4585175" y="189442"/>
              <a:ext cx="19324710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Md. Kamrul Islam | Farhan Ishraque | Iram shehzad | Atikul Islam Nahid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943529" y="1524112"/>
            <a:ext cx="6200471" cy="7238777"/>
          </a:xfrm>
          <a:custGeom>
            <a:avLst/>
            <a:gdLst/>
            <a:ahLst/>
            <a:cxnLst/>
            <a:rect r="r" b="b" t="t" l="l"/>
            <a:pathLst>
              <a:path h="7238777" w="6200471">
                <a:moveTo>
                  <a:pt x="0" y="0"/>
                </a:moveTo>
                <a:lnTo>
                  <a:pt x="6200471" y="0"/>
                </a:lnTo>
                <a:lnTo>
                  <a:pt x="6200471" y="7238776"/>
                </a:lnTo>
                <a:lnTo>
                  <a:pt x="0" y="72387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37" t="0" r="-6037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810344" y="385445"/>
            <a:ext cx="8667313" cy="106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38B6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SYSTEM INSHORT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83513" y="4689475"/>
            <a:ext cx="7222073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6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Res</a:t>
            </a:r>
            <a:r>
              <a:rPr lang="en-US" b="true" sz="3999" spc="-6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ume optimization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24384000" cy="13716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4384000" cy="1371600"/>
              <a:chOff x="0" y="0"/>
              <a:chExt cx="4816593" cy="2709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816592" cy="270933"/>
              </a:xfrm>
              <a:custGeom>
                <a:avLst/>
                <a:gdLst/>
                <a:ahLst/>
                <a:cxnLst/>
                <a:rect r="r" b="b" t="t" l="l"/>
                <a:pathLst>
                  <a:path h="270933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solidFill>
                <a:srgbClr val="38B6F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816593" cy="309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263577" y="189442"/>
              <a:ext cx="3081751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Group - 03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4585175" y="189442"/>
              <a:ext cx="19324710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Md. Kamrul Islam | Farhan Ishraque | Iram shehzad | Atikul Islam Nahid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039223" y="1902785"/>
            <a:ext cx="11220077" cy="6481431"/>
          </a:xfrm>
          <a:custGeom>
            <a:avLst/>
            <a:gdLst/>
            <a:ahLst/>
            <a:cxnLst/>
            <a:rect r="r" b="b" t="t" l="l"/>
            <a:pathLst>
              <a:path h="6481431" w="11220077">
                <a:moveTo>
                  <a:pt x="0" y="0"/>
                </a:moveTo>
                <a:lnTo>
                  <a:pt x="11220077" y="0"/>
                </a:lnTo>
                <a:lnTo>
                  <a:pt x="11220077" y="6481430"/>
                </a:lnTo>
                <a:lnTo>
                  <a:pt x="0" y="64814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810344" y="385445"/>
            <a:ext cx="8667313" cy="106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38B6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SYSTEM INSHORT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-227143" y="4337050"/>
            <a:ext cx="7222073" cy="146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spc="-6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AI Mock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6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Interview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98644" y="1895352"/>
            <a:ext cx="6010120" cy="3248148"/>
            <a:chOff x="0" y="0"/>
            <a:chExt cx="1582912" cy="8554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82912" cy="855479"/>
            </a:xfrm>
            <a:custGeom>
              <a:avLst/>
              <a:gdLst/>
              <a:ahLst/>
              <a:cxnLst/>
              <a:rect r="r" b="b" t="t" l="l"/>
              <a:pathLst>
                <a:path h="855479" w="1582912">
                  <a:moveTo>
                    <a:pt x="65696" y="0"/>
                  </a:moveTo>
                  <a:lnTo>
                    <a:pt x="1517217" y="0"/>
                  </a:lnTo>
                  <a:cubicBezTo>
                    <a:pt x="1534640" y="0"/>
                    <a:pt x="1551350" y="6921"/>
                    <a:pt x="1563671" y="19242"/>
                  </a:cubicBezTo>
                  <a:cubicBezTo>
                    <a:pt x="1575991" y="31562"/>
                    <a:pt x="1582912" y="48272"/>
                    <a:pt x="1582912" y="65696"/>
                  </a:cubicBezTo>
                  <a:lnTo>
                    <a:pt x="1582912" y="789784"/>
                  </a:lnTo>
                  <a:cubicBezTo>
                    <a:pt x="1582912" y="807207"/>
                    <a:pt x="1575991" y="823917"/>
                    <a:pt x="1563671" y="836238"/>
                  </a:cubicBezTo>
                  <a:cubicBezTo>
                    <a:pt x="1551350" y="848558"/>
                    <a:pt x="1534640" y="855479"/>
                    <a:pt x="1517217" y="855479"/>
                  </a:cubicBezTo>
                  <a:lnTo>
                    <a:pt x="65696" y="855479"/>
                  </a:lnTo>
                  <a:cubicBezTo>
                    <a:pt x="48272" y="855479"/>
                    <a:pt x="31562" y="848558"/>
                    <a:pt x="19242" y="836238"/>
                  </a:cubicBezTo>
                  <a:cubicBezTo>
                    <a:pt x="6921" y="823917"/>
                    <a:pt x="0" y="807207"/>
                    <a:pt x="0" y="789784"/>
                  </a:cubicBezTo>
                  <a:lnTo>
                    <a:pt x="0" y="65696"/>
                  </a:lnTo>
                  <a:cubicBezTo>
                    <a:pt x="0" y="48272"/>
                    <a:pt x="6921" y="31562"/>
                    <a:pt x="19242" y="19242"/>
                  </a:cubicBezTo>
                  <a:cubicBezTo>
                    <a:pt x="31562" y="6921"/>
                    <a:pt x="48272" y="0"/>
                    <a:pt x="6569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rnd">
              <a:solidFill>
                <a:srgbClr val="38B6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82912" cy="8935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258300"/>
            <a:ext cx="18288000" cy="1028700"/>
            <a:chOff x="0" y="0"/>
            <a:chExt cx="24384000" cy="13716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4384000" cy="1371600"/>
              <a:chOff x="0" y="0"/>
              <a:chExt cx="4816593" cy="27093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16592" cy="270933"/>
              </a:xfrm>
              <a:custGeom>
                <a:avLst/>
                <a:gdLst/>
                <a:ahLst/>
                <a:cxnLst/>
                <a:rect r="r" b="b" t="t" l="l"/>
                <a:pathLst>
                  <a:path h="270933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solidFill>
                <a:srgbClr val="38B6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816593" cy="309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63577" y="189442"/>
              <a:ext cx="3081751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Group - 03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4585175" y="189442"/>
              <a:ext cx="19324710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Md. Kamrul Islam | Farhan Ishraque | Iram shehzad | Atikul Islam Nahid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370795" y="2547646"/>
            <a:ext cx="1700564" cy="1062853"/>
          </a:xfrm>
          <a:custGeom>
            <a:avLst/>
            <a:gdLst/>
            <a:ahLst/>
            <a:cxnLst/>
            <a:rect r="r" b="b" t="t" l="l"/>
            <a:pathLst>
              <a:path h="1062853" w="1700564">
                <a:moveTo>
                  <a:pt x="0" y="0"/>
                </a:moveTo>
                <a:lnTo>
                  <a:pt x="1700564" y="0"/>
                </a:lnTo>
                <a:lnTo>
                  <a:pt x="1700564" y="1062853"/>
                </a:lnTo>
                <a:lnTo>
                  <a:pt x="0" y="10628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736048" y="2547646"/>
            <a:ext cx="1215100" cy="1215100"/>
          </a:xfrm>
          <a:custGeom>
            <a:avLst/>
            <a:gdLst/>
            <a:ahLst/>
            <a:cxnLst/>
            <a:rect r="r" b="b" t="t" l="l"/>
            <a:pathLst>
              <a:path h="1215100" w="1215100">
                <a:moveTo>
                  <a:pt x="0" y="0"/>
                </a:moveTo>
                <a:lnTo>
                  <a:pt x="1215101" y="0"/>
                </a:lnTo>
                <a:lnTo>
                  <a:pt x="1215101" y="1215100"/>
                </a:lnTo>
                <a:lnTo>
                  <a:pt x="0" y="121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472596" y="1701807"/>
            <a:ext cx="6010120" cy="4434246"/>
            <a:chOff x="0" y="0"/>
            <a:chExt cx="1582912" cy="116786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82912" cy="1167867"/>
            </a:xfrm>
            <a:custGeom>
              <a:avLst/>
              <a:gdLst/>
              <a:ahLst/>
              <a:cxnLst/>
              <a:rect r="r" b="b" t="t" l="l"/>
              <a:pathLst>
                <a:path h="1167867" w="1582912">
                  <a:moveTo>
                    <a:pt x="65696" y="0"/>
                  </a:moveTo>
                  <a:lnTo>
                    <a:pt x="1517217" y="0"/>
                  </a:lnTo>
                  <a:cubicBezTo>
                    <a:pt x="1534640" y="0"/>
                    <a:pt x="1551350" y="6921"/>
                    <a:pt x="1563671" y="19242"/>
                  </a:cubicBezTo>
                  <a:cubicBezTo>
                    <a:pt x="1575991" y="31562"/>
                    <a:pt x="1582912" y="48272"/>
                    <a:pt x="1582912" y="65696"/>
                  </a:cubicBezTo>
                  <a:lnTo>
                    <a:pt x="1582912" y="1102172"/>
                  </a:lnTo>
                  <a:cubicBezTo>
                    <a:pt x="1582912" y="1119595"/>
                    <a:pt x="1575991" y="1136305"/>
                    <a:pt x="1563671" y="1148626"/>
                  </a:cubicBezTo>
                  <a:cubicBezTo>
                    <a:pt x="1551350" y="1160946"/>
                    <a:pt x="1534640" y="1167867"/>
                    <a:pt x="1517217" y="1167867"/>
                  </a:cubicBezTo>
                  <a:lnTo>
                    <a:pt x="65696" y="1167867"/>
                  </a:lnTo>
                  <a:cubicBezTo>
                    <a:pt x="48272" y="1167867"/>
                    <a:pt x="31562" y="1160946"/>
                    <a:pt x="19242" y="1148626"/>
                  </a:cubicBezTo>
                  <a:cubicBezTo>
                    <a:pt x="6921" y="1136305"/>
                    <a:pt x="0" y="1119595"/>
                    <a:pt x="0" y="1102172"/>
                  </a:cubicBezTo>
                  <a:lnTo>
                    <a:pt x="0" y="65696"/>
                  </a:lnTo>
                  <a:cubicBezTo>
                    <a:pt x="0" y="48272"/>
                    <a:pt x="6921" y="31562"/>
                    <a:pt x="19242" y="19242"/>
                  </a:cubicBezTo>
                  <a:cubicBezTo>
                    <a:pt x="31562" y="6921"/>
                    <a:pt x="48272" y="0"/>
                    <a:pt x="6569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rnd">
              <a:solidFill>
                <a:srgbClr val="38B6FF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582912" cy="12059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1187371" y="2303037"/>
            <a:ext cx="1216389" cy="1216389"/>
          </a:xfrm>
          <a:custGeom>
            <a:avLst/>
            <a:gdLst/>
            <a:ahLst/>
            <a:cxnLst/>
            <a:rect r="r" b="b" t="t" l="l"/>
            <a:pathLst>
              <a:path h="1216389" w="1216389">
                <a:moveTo>
                  <a:pt x="0" y="0"/>
                </a:moveTo>
                <a:lnTo>
                  <a:pt x="1216389" y="0"/>
                </a:lnTo>
                <a:lnTo>
                  <a:pt x="1216389" y="1216389"/>
                </a:lnTo>
                <a:lnTo>
                  <a:pt x="0" y="12163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822860" y="2515486"/>
            <a:ext cx="2945081" cy="791491"/>
          </a:xfrm>
          <a:custGeom>
            <a:avLst/>
            <a:gdLst/>
            <a:ahLst/>
            <a:cxnLst/>
            <a:rect r="r" b="b" t="t" l="l"/>
            <a:pathLst>
              <a:path h="791491" w="2945081">
                <a:moveTo>
                  <a:pt x="0" y="0"/>
                </a:moveTo>
                <a:lnTo>
                  <a:pt x="2945081" y="0"/>
                </a:lnTo>
                <a:lnTo>
                  <a:pt x="2945081" y="791491"/>
                </a:lnTo>
                <a:lnTo>
                  <a:pt x="0" y="7914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187371" y="3907351"/>
            <a:ext cx="4807517" cy="745165"/>
          </a:xfrm>
          <a:custGeom>
            <a:avLst/>
            <a:gdLst/>
            <a:ahLst/>
            <a:cxnLst/>
            <a:rect r="r" b="b" t="t" l="l"/>
            <a:pathLst>
              <a:path h="745165" w="4807517">
                <a:moveTo>
                  <a:pt x="0" y="0"/>
                </a:moveTo>
                <a:lnTo>
                  <a:pt x="4807518" y="0"/>
                </a:lnTo>
                <a:lnTo>
                  <a:pt x="4807518" y="745165"/>
                </a:lnTo>
                <a:lnTo>
                  <a:pt x="0" y="7451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7908481" y="6526578"/>
            <a:ext cx="8829329" cy="2398371"/>
            <a:chOff x="0" y="0"/>
            <a:chExt cx="2325420" cy="6316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325420" cy="631670"/>
            </a:xfrm>
            <a:custGeom>
              <a:avLst/>
              <a:gdLst/>
              <a:ahLst/>
              <a:cxnLst/>
              <a:rect r="r" b="b" t="t" l="l"/>
              <a:pathLst>
                <a:path h="631670" w="2325420">
                  <a:moveTo>
                    <a:pt x="44719" y="0"/>
                  </a:moveTo>
                  <a:lnTo>
                    <a:pt x="2280701" y="0"/>
                  </a:lnTo>
                  <a:cubicBezTo>
                    <a:pt x="2305399" y="0"/>
                    <a:pt x="2325420" y="20021"/>
                    <a:pt x="2325420" y="44719"/>
                  </a:cubicBezTo>
                  <a:lnTo>
                    <a:pt x="2325420" y="586951"/>
                  </a:lnTo>
                  <a:cubicBezTo>
                    <a:pt x="2325420" y="611648"/>
                    <a:pt x="2305399" y="631670"/>
                    <a:pt x="2280701" y="631670"/>
                  </a:cubicBezTo>
                  <a:lnTo>
                    <a:pt x="44719" y="631670"/>
                  </a:lnTo>
                  <a:cubicBezTo>
                    <a:pt x="20021" y="631670"/>
                    <a:pt x="0" y="611648"/>
                    <a:pt x="0" y="586951"/>
                  </a:cubicBezTo>
                  <a:lnTo>
                    <a:pt x="0" y="44719"/>
                  </a:lnTo>
                  <a:cubicBezTo>
                    <a:pt x="0" y="20021"/>
                    <a:pt x="20021" y="0"/>
                    <a:pt x="4471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rnd">
              <a:solidFill>
                <a:srgbClr val="38B6FF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325420" cy="6697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9653407" y="6886368"/>
            <a:ext cx="2750353" cy="1192785"/>
          </a:xfrm>
          <a:custGeom>
            <a:avLst/>
            <a:gdLst/>
            <a:ahLst/>
            <a:cxnLst/>
            <a:rect r="r" b="b" t="t" l="l"/>
            <a:pathLst>
              <a:path h="1192785" w="2750353">
                <a:moveTo>
                  <a:pt x="0" y="0"/>
                </a:moveTo>
                <a:lnTo>
                  <a:pt x="2750353" y="0"/>
                </a:lnTo>
                <a:lnTo>
                  <a:pt x="2750353" y="1192785"/>
                </a:lnTo>
                <a:lnTo>
                  <a:pt x="0" y="119278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2138049" y="5815858"/>
            <a:ext cx="1012086" cy="1012086"/>
          </a:xfrm>
          <a:custGeom>
            <a:avLst/>
            <a:gdLst/>
            <a:ahLst/>
            <a:cxnLst/>
            <a:rect r="r" b="b" t="t" l="l"/>
            <a:pathLst>
              <a:path h="1012086" w="1012086">
                <a:moveTo>
                  <a:pt x="0" y="0"/>
                </a:moveTo>
                <a:lnTo>
                  <a:pt x="1012086" y="0"/>
                </a:lnTo>
                <a:lnTo>
                  <a:pt x="1012086" y="1012086"/>
                </a:lnTo>
                <a:lnTo>
                  <a:pt x="0" y="10120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3425394" y="5936257"/>
            <a:ext cx="3216569" cy="812184"/>
          </a:xfrm>
          <a:custGeom>
            <a:avLst/>
            <a:gdLst/>
            <a:ahLst/>
            <a:cxnLst/>
            <a:rect r="r" b="b" t="t" l="l"/>
            <a:pathLst>
              <a:path h="812184" w="3216569">
                <a:moveTo>
                  <a:pt x="0" y="0"/>
                </a:moveTo>
                <a:lnTo>
                  <a:pt x="3216568" y="0"/>
                </a:lnTo>
                <a:lnTo>
                  <a:pt x="3216568" y="812184"/>
                </a:lnTo>
                <a:lnTo>
                  <a:pt x="0" y="81218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365735" y="5648325"/>
            <a:ext cx="6010120" cy="2697030"/>
            <a:chOff x="0" y="0"/>
            <a:chExt cx="1582912" cy="71032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582912" cy="710329"/>
            </a:xfrm>
            <a:custGeom>
              <a:avLst/>
              <a:gdLst/>
              <a:ahLst/>
              <a:cxnLst/>
              <a:rect r="r" b="b" t="t" l="l"/>
              <a:pathLst>
                <a:path h="710329" w="1582912">
                  <a:moveTo>
                    <a:pt x="65696" y="0"/>
                  </a:moveTo>
                  <a:lnTo>
                    <a:pt x="1517217" y="0"/>
                  </a:lnTo>
                  <a:cubicBezTo>
                    <a:pt x="1534640" y="0"/>
                    <a:pt x="1551350" y="6921"/>
                    <a:pt x="1563671" y="19242"/>
                  </a:cubicBezTo>
                  <a:cubicBezTo>
                    <a:pt x="1575991" y="31562"/>
                    <a:pt x="1582912" y="48272"/>
                    <a:pt x="1582912" y="65696"/>
                  </a:cubicBezTo>
                  <a:lnTo>
                    <a:pt x="1582912" y="644633"/>
                  </a:lnTo>
                  <a:cubicBezTo>
                    <a:pt x="1582912" y="662057"/>
                    <a:pt x="1575991" y="678767"/>
                    <a:pt x="1563671" y="691087"/>
                  </a:cubicBezTo>
                  <a:cubicBezTo>
                    <a:pt x="1551350" y="703407"/>
                    <a:pt x="1534640" y="710329"/>
                    <a:pt x="1517217" y="710329"/>
                  </a:cubicBezTo>
                  <a:lnTo>
                    <a:pt x="65696" y="710329"/>
                  </a:lnTo>
                  <a:cubicBezTo>
                    <a:pt x="48272" y="710329"/>
                    <a:pt x="31562" y="703407"/>
                    <a:pt x="19242" y="691087"/>
                  </a:cubicBezTo>
                  <a:cubicBezTo>
                    <a:pt x="6921" y="678767"/>
                    <a:pt x="0" y="662057"/>
                    <a:pt x="0" y="644633"/>
                  </a:cubicBezTo>
                  <a:lnTo>
                    <a:pt x="0" y="65696"/>
                  </a:lnTo>
                  <a:cubicBezTo>
                    <a:pt x="0" y="48272"/>
                    <a:pt x="6921" y="31562"/>
                    <a:pt x="19242" y="19242"/>
                  </a:cubicBezTo>
                  <a:cubicBezTo>
                    <a:pt x="31562" y="6921"/>
                    <a:pt x="48272" y="0"/>
                    <a:pt x="6569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rnd">
              <a:solidFill>
                <a:srgbClr val="38B6FF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582912" cy="748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12641885" y="6907826"/>
            <a:ext cx="1192785" cy="1192785"/>
          </a:xfrm>
          <a:custGeom>
            <a:avLst/>
            <a:gdLst/>
            <a:ahLst/>
            <a:cxnLst/>
            <a:rect r="r" b="b" t="t" l="l"/>
            <a:pathLst>
              <a:path h="1192785" w="1192785">
                <a:moveTo>
                  <a:pt x="0" y="0"/>
                </a:moveTo>
                <a:lnTo>
                  <a:pt x="1192785" y="0"/>
                </a:lnTo>
                <a:lnTo>
                  <a:pt x="1192785" y="1192785"/>
                </a:lnTo>
                <a:lnTo>
                  <a:pt x="0" y="119278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4554021" y="6827944"/>
            <a:ext cx="1440867" cy="1440867"/>
          </a:xfrm>
          <a:custGeom>
            <a:avLst/>
            <a:gdLst/>
            <a:ahLst/>
            <a:cxnLst/>
            <a:rect r="r" b="b" t="t" l="l"/>
            <a:pathLst>
              <a:path h="1440867" w="1440867">
                <a:moveTo>
                  <a:pt x="0" y="0"/>
                </a:moveTo>
                <a:lnTo>
                  <a:pt x="1440868" y="0"/>
                </a:lnTo>
                <a:lnTo>
                  <a:pt x="1440868" y="1440867"/>
                </a:lnTo>
                <a:lnTo>
                  <a:pt x="0" y="144086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8391703" y="7038069"/>
            <a:ext cx="1020617" cy="1020617"/>
          </a:xfrm>
          <a:custGeom>
            <a:avLst/>
            <a:gdLst/>
            <a:ahLst/>
            <a:cxnLst/>
            <a:rect r="r" b="b" t="t" l="l"/>
            <a:pathLst>
              <a:path h="1020617" w="1020617">
                <a:moveTo>
                  <a:pt x="0" y="0"/>
                </a:moveTo>
                <a:lnTo>
                  <a:pt x="1020618" y="0"/>
                </a:lnTo>
                <a:lnTo>
                  <a:pt x="1020618" y="1020617"/>
                </a:lnTo>
                <a:lnTo>
                  <a:pt x="0" y="102061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4810344" y="385445"/>
            <a:ext cx="8667313" cy="106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38B6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TECH STACK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195693" y="4269306"/>
            <a:ext cx="3781644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6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Frontend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492811" y="5257022"/>
            <a:ext cx="3781644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6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Backend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195693" y="7508649"/>
            <a:ext cx="3781644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6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Database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432324" y="8116411"/>
            <a:ext cx="3781644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6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Others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24384000" cy="13716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4384000" cy="1371600"/>
              <a:chOff x="0" y="0"/>
              <a:chExt cx="4816593" cy="2709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816592" cy="270933"/>
              </a:xfrm>
              <a:custGeom>
                <a:avLst/>
                <a:gdLst/>
                <a:ahLst/>
                <a:cxnLst/>
                <a:rect r="r" b="b" t="t" l="l"/>
                <a:pathLst>
                  <a:path h="270933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solidFill>
                <a:srgbClr val="38B6F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816593" cy="309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263577" y="189442"/>
              <a:ext cx="3081751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Group - 03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4585175" y="189442"/>
              <a:ext cx="19324710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Md. Kamrul Islam | Farhan Ishraque | Iram shehzad | Atikul Islam Nahid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2686166"/>
            <a:ext cx="5705401" cy="2072974"/>
            <a:chOff x="0" y="0"/>
            <a:chExt cx="1502657" cy="5459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02657" cy="545969"/>
            </a:xfrm>
            <a:custGeom>
              <a:avLst/>
              <a:gdLst/>
              <a:ahLst/>
              <a:cxnLst/>
              <a:rect r="r" b="b" t="t" l="l"/>
              <a:pathLst>
                <a:path h="545969" w="1502657">
                  <a:moveTo>
                    <a:pt x="69204" y="0"/>
                  </a:moveTo>
                  <a:lnTo>
                    <a:pt x="1433453" y="0"/>
                  </a:lnTo>
                  <a:cubicBezTo>
                    <a:pt x="1451807" y="0"/>
                    <a:pt x="1469409" y="7291"/>
                    <a:pt x="1482387" y="20269"/>
                  </a:cubicBezTo>
                  <a:cubicBezTo>
                    <a:pt x="1495366" y="33248"/>
                    <a:pt x="1502657" y="50850"/>
                    <a:pt x="1502657" y="69204"/>
                  </a:cubicBezTo>
                  <a:lnTo>
                    <a:pt x="1502657" y="476764"/>
                  </a:lnTo>
                  <a:cubicBezTo>
                    <a:pt x="1502657" y="495118"/>
                    <a:pt x="1495366" y="512721"/>
                    <a:pt x="1482387" y="525699"/>
                  </a:cubicBezTo>
                  <a:cubicBezTo>
                    <a:pt x="1469409" y="538677"/>
                    <a:pt x="1451807" y="545969"/>
                    <a:pt x="1433453" y="545969"/>
                  </a:cubicBezTo>
                  <a:lnTo>
                    <a:pt x="69204" y="545969"/>
                  </a:lnTo>
                  <a:cubicBezTo>
                    <a:pt x="50850" y="545969"/>
                    <a:pt x="33248" y="538677"/>
                    <a:pt x="20269" y="525699"/>
                  </a:cubicBezTo>
                  <a:cubicBezTo>
                    <a:pt x="7291" y="512721"/>
                    <a:pt x="0" y="495118"/>
                    <a:pt x="0" y="476764"/>
                  </a:cubicBezTo>
                  <a:lnTo>
                    <a:pt x="0" y="69204"/>
                  </a:lnTo>
                  <a:cubicBezTo>
                    <a:pt x="0" y="50850"/>
                    <a:pt x="7291" y="33248"/>
                    <a:pt x="20269" y="20269"/>
                  </a:cubicBezTo>
                  <a:cubicBezTo>
                    <a:pt x="33248" y="7291"/>
                    <a:pt x="50850" y="0"/>
                    <a:pt x="6920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rnd">
              <a:solidFill>
                <a:srgbClr val="38B6FF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152400"/>
              <a:ext cx="1502657" cy="698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b="true" sz="3999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Integrate custom-trained AI models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810344" y="385445"/>
            <a:ext cx="8667313" cy="106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38B6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FUTURE PLAN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763167" y="2686166"/>
            <a:ext cx="6496133" cy="2072974"/>
            <a:chOff x="0" y="0"/>
            <a:chExt cx="1710916" cy="54596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10916" cy="545969"/>
            </a:xfrm>
            <a:custGeom>
              <a:avLst/>
              <a:gdLst/>
              <a:ahLst/>
              <a:cxnLst/>
              <a:rect r="r" b="b" t="t" l="l"/>
              <a:pathLst>
                <a:path h="545969" w="1710916">
                  <a:moveTo>
                    <a:pt x="60780" y="0"/>
                  </a:moveTo>
                  <a:lnTo>
                    <a:pt x="1650135" y="0"/>
                  </a:lnTo>
                  <a:cubicBezTo>
                    <a:pt x="1666255" y="0"/>
                    <a:pt x="1681715" y="6404"/>
                    <a:pt x="1693114" y="17802"/>
                  </a:cubicBezTo>
                  <a:cubicBezTo>
                    <a:pt x="1704512" y="29201"/>
                    <a:pt x="1710916" y="44660"/>
                    <a:pt x="1710916" y="60780"/>
                  </a:cubicBezTo>
                  <a:lnTo>
                    <a:pt x="1710916" y="485188"/>
                  </a:lnTo>
                  <a:cubicBezTo>
                    <a:pt x="1710916" y="501308"/>
                    <a:pt x="1704512" y="516768"/>
                    <a:pt x="1693114" y="528166"/>
                  </a:cubicBezTo>
                  <a:cubicBezTo>
                    <a:pt x="1681715" y="539565"/>
                    <a:pt x="1666255" y="545969"/>
                    <a:pt x="1650135" y="545969"/>
                  </a:cubicBezTo>
                  <a:lnTo>
                    <a:pt x="60780" y="545969"/>
                  </a:lnTo>
                  <a:cubicBezTo>
                    <a:pt x="44660" y="545969"/>
                    <a:pt x="29201" y="539565"/>
                    <a:pt x="17802" y="528166"/>
                  </a:cubicBezTo>
                  <a:cubicBezTo>
                    <a:pt x="6404" y="516768"/>
                    <a:pt x="0" y="501308"/>
                    <a:pt x="0" y="485188"/>
                  </a:cubicBezTo>
                  <a:lnTo>
                    <a:pt x="0" y="60780"/>
                  </a:lnTo>
                  <a:cubicBezTo>
                    <a:pt x="0" y="44660"/>
                    <a:pt x="6404" y="29201"/>
                    <a:pt x="17802" y="17802"/>
                  </a:cubicBezTo>
                  <a:cubicBezTo>
                    <a:pt x="29201" y="6404"/>
                    <a:pt x="44660" y="0"/>
                    <a:pt x="6078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rnd">
              <a:solidFill>
                <a:srgbClr val="38B6FF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152400"/>
              <a:ext cx="1710916" cy="698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b="true" sz="3999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Job auto-apply automation.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5309604"/>
            <a:ext cx="7533969" cy="2164947"/>
            <a:chOff x="0" y="0"/>
            <a:chExt cx="1984255" cy="5701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84255" cy="570192"/>
            </a:xfrm>
            <a:custGeom>
              <a:avLst/>
              <a:gdLst/>
              <a:ahLst/>
              <a:cxnLst/>
              <a:rect r="r" b="b" t="t" l="l"/>
              <a:pathLst>
                <a:path h="570192" w="1984255">
                  <a:moveTo>
                    <a:pt x="52408" y="0"/>
                  </a:moveTo>
                  <a:lnTo>
                    <a:pt x="1931848" y="0"/>
                  </a:lnTo>
                  <a:cubicBezTo>
                    <a:pt x="1945747" y="0"/>
                    <a:pt x="1959077" y="5522"/>
                    <a:pt x="1968905" y="15350"/>
                  </a:cubicBezTo>
                  <a:cubicBezTo>
                    <a:pt x="1978734" y="25178"/>
                    <a:pt x="1984255" y="38508"/>
                    <a:pt x="1984255" y="52408"/>
                  </a:cubicBezTo>
                  <a:lnTo>
                    <a:pt x="1984255" y="517784"/>
                  </a:lnTo>
                  <a:cubicBezTo>
                    <a:pt x="1984255" y="531684"/>
                    <a:pt x="1978734" y="545014"/>
                    <a:pt x="1968905" y="554842"/>
                  </a:cubicBezTo>
                  <a:cubicBezTo>
                    <a:pt x="1959077" y="564670"/>
                    <a:pt x="1945747" y="570192"/>
                    <a:pt x="1931848" y="570192"/>
                  </a:cubicBezTo>
                  <a:lnTo>
                    <a:pt x="52408" y="570192"/>
                  </a:lnTo>
                  <a:cubicBezTo>
                    <a:pt x="38508" y="570192"/>
                    <a:pt x="25178" y="564670"/>
                    <a:pt x="15350" y="554842"/>
                  </a:cubicBezTo>
                  <a:cubicBezTo>
                    <a:pt x="5522" y="545014"/>
                    <a:pt x="0" y="531684"/>
                    <a:pt x="0" y="517784"/>
                  </a:cubicBezTo>
                  <a:lnTo>
                    <a:pt x="0" y="52408"/>
                  </a:lnTo>
                  <a:cubicBezTo>
                    <a:pt x="0" y="38508"/>
                    <a:pt x="5522" y="25178"/>
                    <a:pt x="15350" y="15350"/>
                  </a:cubicBezTo>
                  <a:cubicBezTo>
                    <a:pt x="25178" y="5522"/>
                    <a:pt x="38508" y="0"/>
                    <a:pt x="5240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rnd">
              <a:solidFill>
                <a:srgbClr val="38B6FF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152400"/>
              <a:ext cx="1984255" cy="7225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b="true" sz="3999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Voice-based interview simulations.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37414" y="5392656"/>
            <a:ext cx="7021886" cy="1998843"/>
            <a:chOff x="0" y="0"/>
            <a:chExt cx="1849386" cy="52644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49386" cy="526444"/>
            </a:xfrm>
            <a:custGeom>
              <a:avLst/>
              <a:gdLst/>
              <a:ahLst/>
              <a:cxnLst/>
              <a:rect r="r" b="b" t="t" l="l"/>
              <a:pathLst>
                <a:path h="526444" w="1849386">
                  <a:moveTo>
                    <a:pt x="56230" y="0"/>
                  </a:moveTo>
                  <a:lnTo>
                    <a:pt x="1793156" y="0"/>
                  </a:lnTo>
                  <a:cubicBezTo>
                    <a:pt x="1824211" y="0"/>
                    <a:pt x="1849386" y="25175"/>
                    <a:pt x="1849386" y="56230"/>
                  </a:cubicBezTo>
                  <a:lnTo>
                    <a:pt x="1849386" y="470215"/>
                  </a:lnTo>
                  <a:cubicBezTo>
                    <a:pt x="1849386" y="485128"/>
                    <a:pt x="1843462" y="499430"/>
                    <a:pt x="1832916" y="509975"/>
                  </a:cubicBezTo>
                  <a:cubicBezTo>
                    <a:pt x="1822371" y="520520"/>
                    <a:pt x="1808069" y="526444"/>
                    <a:pt x="1793156" y="526444"/>
                  </a:cubicBezTo>
                  <a:lnTo>
                    <a:pt x="56230" y="526444"/>
                  </a:lnTo>
                  <a:cubicBezTo>
                    <a:pt x="41317" y="526444"/>
                    <a:pt x="27014" y="520520"/>
                    <a:pt x="16469" y="509975"/>
                  </a:cubicBezTo>
                  <a:cubicBezTo>
                    <a:pt x="5924" y="499430"/>
                    <a:pt x="0" y="485128"/>
                    <a:pt x="0" y="470215"/>
                  </a:cubicBezTo>
                  <a:lnTo>
                    <a:pt x="0" y="56230"/>
                  </a:lnTo>
                  <a:cubicBezTo>
                    <a:pt x="0" y="41317"/>
                    <a:pt x="5924" y="27014"/>
                    <a:pt x="16469" y="16469"/>
                  </a:cubicBezTo>
                  <a:cubicBezTo>
                    <a:pt x="27014" y="5924"/>
                    <a:pt x="41317" y="0"/>
                    <a:pt x="5623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rnd">
              <a:solidFill>
                <a:srgbClr val="38B6FF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152400"/>
              <a:ext cx="1849386" cy="6788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b="true" sz="3999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Personalized resume and cover letter generation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24384000" cy="13716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4384000" cy="1371600"/>
              <a:chOff x="0" y="0"/>
              <a:chExt cx="4816593" cy="2709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816592" cy="270933"/>
              </a:xfrm>
              <a:custGeom>
                <a:avLst/>
                <a:gdLst/>
                <a:ahLst/>
                <a:cxnLst/>
                <a:rect r="r" b="b" t="t" l="l"/>
                <a:pathLst>
                  <a:path h="270933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solidFill>
                <a:srgbClr val="38B6F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816593" cy="309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263577" y="189442"/>
              <a:ext cx="3081751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Group - 03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4585175" y="189442"/>
              <a:ext cx="19324710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Md. Kamrul Islam | Farhan Ishraque | Iram shehzad | Atikul Islam Nahid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810344" y="385445"/>
            <a:ext cx="8667313" cy="106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38B6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CONCLUSION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249149" y="3598738"/>
            <a:ext cx="2730897" cy="786115"/>
            <a:chOff x="0" y="0"/>
            <a:chExt cx="719249" cy="2070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19249" cy="207043"/>
            </a:xfrm>
            <a:custGeom>
              <a:avLst/>
              <a:gdLst/>
              <a:ahLst/>
              <a:cxnLst/>
              <a:rect r="r" b="b" t="t" l="l"/>
              <a:pathLst>
                <a:path h="207043" w="719249">
                  <a:moveTo>
                    <a:pt x="103521" y="0"/>
                  </a:moveTo>
                  <a:lnTo>
                    <a:pt x="615727" y="0"/>
                  </a:lnTo>
                  <a:cubicBezTo>
                    <a:pt x="643183" y="0"/>
                    <a:pt x="669514" y="10907"/>
                    <a:pt x="688928" y="30321"/>
                  </a:cubicBezTo>
                  <a:cubicBezTo>
                    <a:pt x="708342" y="49735"/>
                    <a:pt x="719249" y="76066"/>
                    <a:pt x="719249" y="103521"/>
                  </a:cubicBezTo>
                  <a:lnTo>
                    <a:pt x="719249" y="103521"/>
                  </a:lnTo>
                  <a:cubicBezTo>
                    <a:pt x="719249" y="160695"/>
                    <a:pt x="672900" y="207043"/>
                    <a:pt x="615727" y="207043"/>
                  </a:cubicBezTo>
                  <a:lnTo>
                    <a:pt x="103521" y="207043"/>
                  </a:lnTo>
                  <a:cubicBezTo>
                    <a:pt x="46348" y="207043"/>
                    <a:pt x="0" y="160695"/>
                    <a:pt x="0" y="103521"/>
                  </a:cubicBezTo>
                  <a:lnTo>
                    <a:pt x="0" y="103521"/>
                  </a:lnTo>
                  <a:cubicBezTo>
                    <a:pt x="0" y="46348"/>
                    <a:pt x="46348" y="0"/>
                    <a:pt x="10352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19249" cy="245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105138" y="4394378"/>
            <a:ext cx="9946329" cy="786115"/>
            <a:chOff x="0" y="0"/>
            <a:chExt cx="2619609" cy="20704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619609" cy="207043"/>
            </a:xfrm>
            <a:custGeom>
              <a:avLst/>
              <a:gdLst/>
              <a:ahLst/>
              <a:cxnLst/>
              <a:rect r="r" b="b" t="t" l="l"/>
              <a:pathLst>
                <a:path h="207043" w="2619609">
                  <a:moveTo>
                    <a:pt x="39697" y="0"/>
                  </a:moveTo>
                  <a:lnTo>
                    <a:pt x="2579912" y="0"/>
                  </a:lnTo>
                  <a:cubicBezTo>
                    <a:pt x="2590441" y="0"/>
                    <a:pt x="2600538" y="4182"/>
                    <a:pt x="2607982" y="11627"/>
                  </a:cubicBezTo>
                  <a:cubicBezTo>
                    <a:pt x="2615427" y="19072"/>
                    <a:pt x="2619609" y="29169"/>
                    <a:pt x="2619609" y="39697"/>
                  </a:cubicBezTo>
                  <a:lnTo>
                    <a:pt x="2619609" y="167346"/>
                  </a:lnTo>
                  <a:cubicBezTo>
                    <a:pt x="2619609" y="189270"/>
                    <a:pt x="2601836" y="207043"/>
                    <a:pt x="2579912" y="207043"/>
                  </a:cubicBezTo>
                  <a:lnTo>
                    <a:pt x="39697" y="207043"/>
                  </a:lnTo>
                  <a:cubicBezTo>
                    <a:pt x="17773" y="207043"/>
                    <a:pt x="0" y="189270"/>
                    <a:pt x="0" y="167346"/>
                  </a:cubicBezTo>
                  <a:lnTo>
                    <a:pt x="0" y="39697"/>
                  </a:lnTo>
                  <a:cubicBezTo>
                    <a:pt x="0" y="17773"/>
                    <a:pt x="17773" y="0"/>
                    <a:pt x="3969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619609" cy="245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342349" y="4357385"/>
            <a:ext cx="1915454" cy="786115"/>
            <a:chOff x="0" y="0"/>
            <a:chExt cx="504482" cy="20704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04482" cy="207043"/>
            </a:xfrm>
            <a:custGeom>
              <a:avLst/>
              <a:gdLst/>
              <a:ahLst/>
              <a:cxnLst/>
              <a:rect r="r" b="b" t="t" l="l"/>
              <a:pathLst>
                <a:path h="207043" w="504482">
                  <a:moveTo>
                    <a:pt x="103521" y="0"/>
                  </a:moveTo>
                  <a:lnTo>
                    <a:pt x="400960" y="0"/>
                  </a:lnTo>
                  <a:cubicBezTo>
                    <a:pt x="458134" y="0"/>
                    <a:pt x="504482" y="46348"/>
                    <a:pt x="504482" y="103521"/>
                  </a:cubicBezTo>
                  <a:lnTo>
                    <a:pt x="504482" y="103521"/>
                  </a:lnTo>
                  <a:cubicBezTo>
                    <a:pt x="504482" y="130977"/>
                    <a:pt x="493575" y="157308"/>
                    <a:pt x="474161" y="176722"/>
                  </a:cubicBezTo>
                  <a:cubicBezTo>
                    <a:pt x="454747" y="196136"/>
                    <a:pt x="428416" y="207043"/>
                    <a:pt x="400960" y="207043"/>
                  </a:cubicBezTo>
                  <a:lnTo>
                    <a:pt x="103521" y="207043"/>
                  </a:lnTo>
                  <a:cubicBezTo>
                    <a:pt x="46348" y="207043"/>
                    <a:pt x="0" y="160695"/>
                    <a:pt x="0" y="103521"/>
                  </a:cubicBezTo>
                  <a:lnTo>
                    <a:pt x="0" y="103521"/>
                  </a:lnTo>
                  <a:cubicBezTo>
                    <a:pt x="0" y="46348"/>
                    <a:pt x="46348" y="0"/>
                    <a:pt x="10352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04482" cy="245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350366" y="5180493"/>
            <a:ext cx="2607345" cy="749122"/>
            <a:chOff x="0" y="0"/>
            <a:chExt cx="686708" cy="1973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6708" cy="197300"/>
            </a:xfrm>
            <a:custGeom>
              <a:avLst/>
              <a:gdLst/>
              <a:ahLst/>
              <a:cxnLst/>
              <a:rect r="r" b="b" t="t" l="l"/>
              <a:pathLst>
                <a:path h="197300" w="686708">
                  <a:moveTo>
                    <a:pt x="98650" y="0"/>
                  </a:moveTo>
                  <a:lnTo>
                    <a:pt x="588058" y="0"/>
                  </a:lnTo>
                  <a:cubicBezTo>
                    <a:pt x="614222" y="0"/>
                    <a:pt x="639314" y="10393"/>
                    <a:pt x="657814" y="28894"/>
                  </a:cubicBezTo>
                  <a:cubicBezTo>
                    <a:pt x="676315" y="47394"/>
                    <a:pt x="686708" y="72486"/>
                    <a:pt x="686708" y="98650"/>
                  </a:cubicBezTo>
                  <a:lnTo>
                    <a:pt x="686708" y="98650"/>
                  </a:lnTo>
                  <a:cubicBezTo>
                    <a:pt x="686708" y="124813"/>
                    <a:pt x="676315" y="149905"/>
                    <a:pt x="657814" y="168406"/>
                  </a:cubicBezTo>
                  <a:cubicBezTo>
                    <a:pt x="639314" y="186906"/>
                    <a:pt x="614222" y="197300"/>
                    <a:pt x="588058" y="197300"/>
                  </a:cubicBezTo>
                  <a:lnTo>
                    <a:pt x="98650" y="197300"/>
                  </a:lnTo>
                  <a:cubicBezTo>
                    <a:pt x="72486" y="197300"/>
                    <a:pt x="47394" y="186906"/>
                    <a:pt x="28894" y="168406"/>
                  </a:cubicBezTo>
                  <a:cubicBezTo>
                    <a:pt x="10393" y="149905"/>
                    <a:pt x="0" y="124813"/>
                    <a:pt x="0" y="98650"/>
                  </a:cubicBezTo>
                  <a:lnTo>
                    <a:pt x="0" y="98650"/>
                  </a:lnTo>
                  <a:cubicBezTo>
                    <a:pt x="0" y="72486"/>
                    <a:pt x="10393" y="47394"/>
                    <a:pt x="28894" y="28894"/>
                  </a:cubicBezTo>
                  <a:cubicBezTo>
                    <a:pt x="47394" y="10393"/>
                    <a:pt x="72486" y="0"/>
                    <a:pt x="986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86708" cy="235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290243" y="3474913"/>
            <a:ext cx="13745614" cy="3156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111"/>
              </a:lnSpc>
              <a:spcBef>
                <a:spcPct val="0"/>
              </a:spcBef>
            </a:pPr>
            <a:r>
              <a:rPr lang="en-US" b="true" sz="4365" spc="-69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This product will help job seekers </a:t>
            </a:r>
            <a:r>
              <a:rPr lang="en-US" b="true" sz="4365" spc="-69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automate</a:t>
            </a:r>
            <a:r>
              <a:rPr lang="en-US" b="true" sz="4365" spc="-69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the </a:t>
            </a:r>
            <a:r>
              <a:rPr lang="en-US" b="true" sz="4365" spc="-69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application, preparation, and testing</a:t>
            </a:r>
            <a:r>
              <a:rPr lang="en-US" b="true" sz="4365" spc="-69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process </a:t>
            </a:r>
            <a:r>
              <a:rPr lang="en-US" b="true" sz="4365" spc="-69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faster</a:t>
            </a:r>
            <a:r>
              <a:rPr lang="en-US" b="true" sz="4365" spc="-69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and </a:t>
            </a:r>
            <a:r>
              <a:rPr lang="en-US" b="true" sz="4365" spc="-69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smoothly</a:t>
            </a:r>
            <a:r>
              <a:rPr lang="en-US" b="true" sz="4365" spc="-69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, which might increase the chance of getting the job.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DAG68kRkaP0</dc:identifier>
  <dcterms:modified xsi:type="dcterms:W3CDTF">2011-08-01T06:04:30Z</dcterms:modified>
  <cp:revision>1</cp:revision>
  <dc:title>CSE499A Final Presentation</dc:title>
</cp:coreProperties>
</file>